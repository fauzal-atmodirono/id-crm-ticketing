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90" r:id="rId4"/>
  </p:sldMasterIdLst>
  <p:notesMasterIdLst>
    <p:notesMasterId r:id="rId5"/>
  </p:notesMasterIdLst>
  <p:sldIdLst>
    <p:sldId id="256" r:id="rId22"/>
    <p:sldId id="257" r:id="rId23"/>
    <p:sldId id="258" r:id="rId24"/>
    <p:sldId id="259" r:id="rId25"/>
    <p:sldId id="260" r:id="rId26"/>
    <p:sldId id="261" r:id="rId27"/>
    <p:sldId id="262" r:id="rId28"/>
    <p:sldId id="263" r:id="rId29"/>
    <p:sldId id="264" r:id="rId30"/>
    <p:sldId id="265" r:id="rId31"/>
    <p:sldId id="266" r:id="rId32"/>
    <p:sldId id="267" r:id="rId33"/>
    <p:sldId id="268" r:id="rId34"/>
    <p:sldId id="269" r:id="rId35"/>
    <p:sldId id="270" r:id="rId36"/>
    <p:sldId id="271" r:id="rId21"/>
    <p:sldId id="272" r:id="rId20"/>
    <p:sldId id="273" r:id="rId19"/>
    <p:sldId id="274" r:id="rId18"/>
    <p:sldId id="275" r:id="rId17"/>
    <p:sldId id="276" r:id="rId16"/>
    <p:sldId id="277" r:id="rId15"/>
    <p:sldId id="278" r:id="rId14"/>
    <p:sldId id="279" r:id="rId13"/>
    <p:sldId id="280" r:id="rId12"/>
    <p:sldId id="281" r:id="rId11"/>
    <p:sldId id="282" r:id="rId10"/>
    <p:sldId id="283" r:id="rId9"/>
    <p:sldId id="284" r:id="rId8"/>
  </p:sldIdLst>
  <p:sldSz cy="5143500" cx="9144000"/>
  <p:notesSz cx="6858000" cy="9144000"/>
  <p:embeddedFontLst>
    <p:embeddedFont>
      <p:font typeface="Montserrat SemiBold"/>
      <p:regular r:id="rId37"/>
      <p:bold r:id="rId38"/>
      <p:italic r:id="rId39"/>
      <p:boldItalic r:id="rId40"/>
    </p:embeddedFont>
    <p:embeddedFont>
      <p:font typeface="Montserrat"/>
      <p:regular r:id="rId41"/>
      <p:bold r:id="rId42"/>
      <p:italic r:id="rId43"/>
      <p:boldItalic r:id="rId44"/>
    </p:embeddedFont>
    <p:embeddedFont>
      <p:font typeface="Montserrat Medium"/>
      <p:regular r:id="rId45"/>
      <p:bold r:id="rId46"/>
      <p:italic r:id="rId47"/>
      <p:boldItalic r:id="rId48"/>
    </p:embeddedFont>
    <p:embeddedFont>
      <p:font typeface="Montserrat Light"/>
      <p:regular r:id="rId49"/>
      <p:bold r:id="rId50"/>
      <p:italic r:id="rId51"/>
      <p:boldItalic r:id="rId5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2AA66CA-2F14-4792-A2AB-05E94E8730DD}">
  <a:tblStyle styleId="{62AA66CA-2F14-4792-A2AB-05E94E8730DD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  <a:tblStyle styleId="{B91514BC-4530-4DB9-818D-39566C5A235D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8" Type="http://schemas.openxmlformats.org/officeDocument/2006/relationships/slide" Target="slides/slide29.xml"/><Relationship Id="rId9" Type="http://schemas.openxmlformats.org/officeDocument/2006/relationships/slide" Target="slides/slide28.xml"/><Relationship Id="rId10" Type="http://schemas.openxmlformats.org/officeDocument/2006/relationships/slide" Target="slides/slide27.xml"/><Relationship Id="rId11" Type="http://schemas.openxmlformats.org/officeDocument/2006/relationships/slide" Target="slides/slide26.xml"/><Relationship Id="rId12" Type="http://schemas.openxmlformats.org/officeDocument/2006/relationships/slide" Target="slides/slide25.xml"/><Relationship Id="rId13" Type="http://schemas.openxmlformats.org/officeDocument/2006/relationships/slide" Target="slides/slide24.xml"/><Relationship Id="rId14" Type="http://schemas.openxmlformats.org/officeDocument/2006/relationships/slide" Target="slides/slide23.xml"/><Relationship Id="rId15" Type="http://schemas.openxmlformats.org/officeDocument/2006/relationships/slide" Target="slides/slide22.xml"/><Relationship Id="rId16" Type="http://schemas.openxmlformats.org/officeDocument/2006/relationships/slide" Target="slides/slide21.xml"/><Relationship Id="rId17" Type="http://schemas.openxmlformats.org/officeDocument/2006/relationships/slide" Target="slides/slide20.xml"/><Relationship Id="rId18" Type="http://schemas.openxmlformats.org/officeDocument/2006/relationships/slide" Target="slides/slide19.xml"/><Relationship Id="rId19" Type="http://schemas.openxmlformats.org/officeDocument/2006/relationships/slide" Target="slides/slide18.xml"/><Relationship Id="rId20" Type="http://schemas.openxmlformats.org/officeDocument/2006/relationships/slide" Target="slides/slide17.xml"/><Relationship Id="rId21" Type="http://schemas.openxmlformats.org/officeDocument/2006/relationships/slide" Target="slides/slide16.xml"/><Relationship Id="rId22" Type="http://schemas.openxmlformats.org/officeDocument/2006/relationships/slide" Target="slides/slide1.xml"/><Relationship Id="rId23" Type="http://schemas.openxmlformats.org/officeDocument/2006/relationships/slide" Target="slides/slide2.xml"/><Relationship Id="rId24" Type="http://schemas.openxmlformats.org/officeDocument/2006/relationships/slide" Target="slides/slide3.xml"/><Relationship Id="rId25" Type="http://schemas.openxmlformats.org/officeDocument/2006/relationships/slide" Target="slides/slide4.xml"/><Relationship Id="rId26" Type="http://schemas.openxmlformats.org/officeDocument/2006/relationships/slide" Target="slides/slide5.xml"/><Relationship Id="rId27" Type="http://schemas.openxmlformats.org/officeDocument/2006/relationships/slide" Target="slides/slide6.xml"/><Relationship Id="rId28" Type="http://schemas.openxmlformats.org/officeDocument/2006/relationships/slide" Target="slides/slide7.xml"/><Relationship Id="rId29" Type="http://schemas.openxmlformats.org/officeDocument/2006/relationships/slide" Target="slides/slide8.xml"/><Relationship Id="rId30" Type="http://schemas.openxmlformats.org/officeDocument/2006/relationships/slide" Target="slides/slide9.xml"/><Relationship Id="rId31" Type="http://schemas.openxmlformats.org/officeDocument/2006/relationships/slide" Target="slides/slide10.xml"/><Relationship Id="rId32" Type="http://schemas.openxmlformats.org/officeDocument/2006/relationships/slide" Target="slides/slide11.xml"/><Relationship Id="rId33" Type="http://schemas.openxmlformats.org/officeDocument/2006/relationships/slide" Target="slides/slide12.xml"/><Relationship Id="rId34" Type="http://schemas.openxmlformats.org/officeDocument/2006/relationships/slide" Target="slides/slide13.xml"/><Relationship Id="rId35" Type="http://schemas.openxmlformats.org/officeDocument/2006/relationships/slide" Target="slides/slide14.xml"/><Relationship Id="rId36" Type="http://schemas.openxmlformats.org/officeDocument/2006/relationships/slide" Target="slides/slide15.xml"/><Relationship Id="rId37" Type="http://schemas.openxmlformats.org/officeDocument/2006/relationships/font" Target="fonts/MontserratSemiBold-regular.fntdata"/><Relationship Id="rId38" Type="http://schemas.openxmlformats.org/officeDocument/2006/relationships/font" Target="fonts/MontserratSemiBold-bold.fntdata"/><Relationship Id="rId39" Type="http://schemas.openxmlformats.org/officeDocument/2006/relationships/font" Target="fonts/MontserratSemiBold-italic.fntdata"/><Relationship Id="rId40" Type="http://schemas.openxmlformats.org/officeDocument/2006/relationships/font" Target="fonts/MontserratSemiBold-boldItalic.fntdata"/><Relationship Id="rId41" Type="http://schemas.openxmlformats.org/officeDocument/2006/relationships/font" Target="fonts/Montserrat-regular.fntdata"/><Relationship Id="rId42" Type="http://schemas.openxmlformats.org/officeDocument/2006/relationships/font" Target="fonts/Montserrat-bold.fntdata"/><Relationship Id="rId43" Type="http://schemas.openxmlformats.org/officeDocument/2006/relationships/font" Target="fonts/Montserrat-italic.fntdata"/><Relationship Id="rId44" Type="http://schemas.openxmlformats.org/officeDocument/2006/relationships/font" Target="fonts/Montserrat-boldItalic.fntdata"/><Relationship Id="rId45" Type="http://schemas.openxmlformats.org/officeDocument/2006/relationships/font" Target="fonts/MontserratMedium-regular.fntdata"/><Relationship Id="rId46" Type="http://schemas.openxmlformats.org/officeDocument/2006/relationships/font" Target="fonts/MontserratMedium-bold.fntdata"/><Relationship Id="rId47" Type="http://schemas.openxmlformats.org/officeDocument/2006/relationships/font" Target="fonts/MontserratMedium-italic.fntdata"/><Relationship Id="rId48" Type="http://schemas.openxmlformats.org/officeDocument/2006/relationships/font" Target="fonts/MontserratMedium-boldItalic.fntdata"/><Relationship Id="rId49" Type="http://schemas.openxmlformats.org/officeDocument/2006/relationships/font" Target="fonts/MontserratLight-regular.fntdata"/><Relationship Id="rId50" Type="http://schemas.openxmlformats.org/officeDocument/2006/relationships/font" Target="fonts/MontserratLight-bold.fntdata"/><Relationship Id="rId51" Type="http://schemas.openxmlformats.org/officeDocument/2006/relationships/font" Target="fonts/MontserratLight-italic.fntdata"/><Relationship Id="rId52" Type="http://schemas.openxmlformats.org/officeDocument/2006/relationships/font" Target="fonts/MontserratLight-boldItalic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6.jpg"/><Relationship Id="rId3" Type="http://schemas.openxmlformats.org/officeDocument/2006/relationships/image" Target="../media/image2.png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resentation opener">
  <p:cSld name="CUSTOM_27_1_2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2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80050" y="2288010"/>
            <a:ext cx="1915203" cy="567333"/>
          </a:xfrm>
          <a:prstGeom prst="rect">
            <a:avLst/>
          </a:prstGeom>
          <a:noFill/>
          <a:ln>
            <a:noFill/>
          </a:ln>
          <a:effectLst>
            <a:outerShdw blurRad="171450" rotWithShape="0" algn="bl">
              <a:schemeClr val="dk1"/>
            </a:outerShdw>
          </a:effectLst>
        </p:spPr>
      </p:pic>
      <p:sp>
        <p:nvSpPr>
          <p:cNvPr id="12" name="Google Shape;12;p2"/>
          <p:cNvSpPr txBox="1"/>
          <p:nvPr/>
        </p:nvSpPr>
        <p:spPr>
          <a:xfrm>
            <a:off x="1880050" y="2457450"/>
            <a:ext cx="5383500" cy="220500"/>
          </a:xfrm>
          <a:prstGeom prst="rect">
            <a:avLst/>
          </a:prstGeom>
          <a:noFill/>
          <a:ln>
            <a:noFill/>
          </a:ln>
          <a:effectLst>
            <a:outerShdw blurRad="528638" rotWithShape="0" algn="bl">
              <a:schemeClr val="dk2"/>
            </a:outerShdw>
          </a:effectLst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AI-driven tech consulting</a:t>
            </a:r>
            <a:endParaRPr b="1" sz="13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resentation title with image placeholder">
  <p:cSld name="CUSTOM_27_1_1_1_2_1_1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14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40000" y="473100"/>
            <a:ext cx="1425685" cy="426900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3"/>
          <p:cNvSpPr txBox="1"/>
          <p:nvPr>
            <p:ph type="title"/>
          </p:nvPr>
        </p:nvSpPr>
        <p:spPr>
          <a:xfrm>
            <a:off x="540000" y="1608950"/>
            <a:ext cx="4544700" cy="1523400"/>
          </a:xfrm>
          <a:prstGeom prst="rect">
            <a:avLst/>
          </a:prstGeom>
        </p:spPr>
        <p:txBody>
          <a:bodyPr anchorCtr="0" anchor="ctr" bIns="0" lIns="0" spcFirstLastPara="1" rIns="72000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800"/>
              <a:buFont typeface="Montserrat Light"/>
              <a:buNone/>
              <a:defRPr b="0" sz="38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16" name="Google Shape;16;p3"/>
          <p:cNvSpPr txBox="1"/>
          <p:nvPr>
            <p:ph idx="1" type="subTitle"/>
          </p:nvPr>
        </p:nvSpPr>
        <p:spPr>
          <a:xfrm>
            <a:off x="539875" y="1260000"/>
            <a:ext cx="4544700" cy="193500"/>
          </a:xfrm>
          <a:prstGeom prst="rect">
            <a:avLst/>
          </a:prstGeom>
        </p:spPr>
        <p:txBody>
          <a:bodyPr anchorCtr="0" anchor="t" bIns="0" lIns="0" spcFirstLastPara="1" rIns="72000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100"/>
              <a:buFont typeface="Montserrat Medium"/>
              <a:buNone/>
              <a:defRPr sz="11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2" type="body"/>
          </p:nvPr>
        </p:nvSpPr>
        <p:spPr>
          <a:xfrm>
            <a:off x="540000" y="3287800"/>
            <a:ext cx="4544700" cy="726600"/>
          </a:xfrm>
          <a:prstGeom prst="rect">
            <a:avLst/>
          </a:prstGeom>
        </p:spPr>
        <p:txBody>
          <a:bodyPr anchorCtr="0" anchor="t" bIns="0" lIns="0" spcFirstLastPara="1" rIns="720000" wrap="square" tIns="0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Font typeface="Montserrat Light"/>
              <a:buChar char="●"/>
              <a:defRPr sz="12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Font typeface="Montserrat Light"/>
              <a:buChar char="○"/>
              <a:defRPr sz="12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Font typeface="Montserrat Light"/>
              <a:buChar char="■"/>
              <a:defRPr sz="12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Font typeface="Montserrat Light"/>
              <a:buChar char="●"/>
              <a:defRPr sz="12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Font typeface="Montserrat Light"/>
              <a:buChar char="○"/>
              <a:defRPr sz="12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Font typeface="Montserrat Light"/>
              <a:buChar char="■"/>
              <a:defRPr sz="12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Font typeface="Montserrat Light"/>
              <a:buChar char="●"/>
              <a:defRPr sz="12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Font typeface="Montserrat Light"/>
              <a:buChar char="○"/>
              <a:defRPr sz="12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Font typeface="Montserrat Light"/>
              <a:buChar char="■"/>
              <a:defRPr sz="12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18" name="Google Shape;18;p3"/>
          <p:cNvSpPr/>
          <p:nvPr>
            <p:ph idx="3" type="pic"/>
          </p:nvPr>
        </p:nvSpPr>
        <p:spPr>
          <a:xfrm>
            <a:off x="5204550" y="-827700"/>
            <a:ext cx="6798900" cy="67989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9" name="Google Shape;19;p3"/>
          <p:cNvSpPr txBox="1"/>
          <p:nvPr/>
        </p:nvSpPr>
        <p:spPr>
          <a:xfrm>
            <a:off x="540000" y="4783500"/>
            <a:ext cx="23646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AI-driven tech consulting</a:t>
            </a:r>
            <a:endParaRPr b="1" sz="800">
              <a:solidFill>
                <a:schemeClr val="lt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660">
          <p15:clr>
            <a:srgbClr val="E46962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_27_1_1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-2353025" y="-824250"/>
            <a:ext cx="6800400" cy="68004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22" name="Google Shape;22;p4"/>
          <p:cNvSpPr txBox="1"/>
          <p:nvPr>
            <p:ph idx="1" type="subTitle"/>
          </p:nvPr>
        </p:nvSpPr>
        <p:spPr>
          <a:xfrm>
            <a:off x="540000" y="561900"/>
            <a:ext cx="3248700" cy="402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 Medium"/>
              <a:buNone/>
              <a:defRPr sz="350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2" type="body"/>
          </p:nvPr>
        </p:nvSpPr>
        <p:spPr>
          <a:xfrm>
            <a:off x="4800600" y="561900"/>
            <a:ext cx="3803700" cy="402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●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311150" lvl="1" marL="9144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○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311150" lvl="2" marL="13716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■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311150" lvl="3" marL="18288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●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311150" lvl="4" marL="22860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○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311150" lvl="5" marL="27432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■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311150" lvl="6" marL="32004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●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311150" lvl="7" marL="36576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○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311150" lvl="8" marL="41148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■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660">
          <p15:clr>
            <a:srgbClr val="E46962"/>
          </p15:clr>
        </p15:guide>
        <p15:guide id="2" orient="horz" pos="354">
          <p15:clr>
            <a:srgbClr val="E46962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er only">
  <p:cSld name="TITLE_1_1_4_2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540000" y="360000"/>
            <a:ext cx="8064000" cy="54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Montserrat Medium"/>
              <a:buNone/>
              <a:defRPr b="0" sz="200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er, subheader, text">
  <p:cSld name="TITLE_1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idx="1" type="body"/>
          </p:nvPr>
        </p:nvSpPr>
        <p:spPr>
          <a:xfrm>
            <a:off x="540000" y="1080000"/>
            <a:ext cx="8064000" cy="34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●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311150" lvl="1" marL="9144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○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311150" lvl="2" marL="13716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■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311150" lvl="3" marL="18288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●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311150" lvl="4" marL="22860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○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311150" lvl="5" marL="27432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■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311150" lvl="6" marL="32004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●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311150" lvl="7" marL="36576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○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311150" lvl="8" marL="41148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■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28" name="Google Shape;28;p6"/>
          <p:cNvSpPr txBox="1"/>
          <p:nvPr>
            <p:ph type="title"/>
          </p:nvPr>
        </p:nvSpPr>
        <p:spPr>
          <a:xfrm>
            <a:off x="540000" y="360000"/>
            <a:ext cx="8064000" cy="28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Montserrat Medium"/>
              <a:buNone/>
              <a:defRPr b="0" sz="200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" name="Google Shape;29;p6"/>
          <p:cNvSpPr txBox="1"/>
          <p:nvPr>
            <p:ph idx="2" type="subTitle"/>
          </p:nvPr>
        </p:nvSpPr>
        <p:spPr>
          <a:xfrm>
            <a:off x="540000" y="648125"/>
            <a:ext cx="8064000" cy="25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er, text">
  <p:cSld name="TITLE_1_2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 txBox="1"/>
          <p:nvPr>
            <p:ph type="title"/>
          </p:nvPr>
        </p:nvSpPr>
        <p:spPr>
          <a:xfrm>
            <a:off x="540000" y="360000"/>
            <a:ext cx="8064000" cy="54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ontserrat Medium"/>
              <a:buNone/>
              <a:defRPr sz="20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32" name="Google Shape;32;p7"/>
          <p:cNvSpPr txBox="1"/>
          <p:nvPr>
            <p:ph idx="1" type="body"/>
          </p:nvPr>
        </p:nvSpPr>
        <p:spPr>
          <a:xfrm>
            <a:off x="540000" y="1080000"/>
            <a:ext cx="8064000" cy="351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Light"/>
              <a:buChar char="●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311150" lvl="1" marL="9144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○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311150" lvl="2" marL="137160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Font typeface="Montserrat Light"/>
              <a:buChar char="■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311150" lvl="3" marL="18288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Light"/>
              <a:buChar char="●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311150" lvl="4" marL="22860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○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311150" lvl="5" marL="274320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Font typeface="Montserrat Light"/>
              <a:buChar char="■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311150" lvl="6" marL="32004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Light"/>
              <a:buChar char="●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311150" lvl="7" marL="36576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○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311150" lvl="8" marL="411480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Font typeface="Montserrat Light"/>
              <a:buChar char="■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sections">
  <p:cSld name="TITLE_1_1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540000" y="360000"/>
            <a:ext cx="8064000" cy="54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Montserrat Medium"/>
              <a:buNone/>
              <a:defRPr b="0" sz="200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8"/>
          <p:cNvSpPr txBox="1"/>
          <p:nvPr>
            <p:ph idx="1" type="subTitle"/>
          </p:nvPr>
        </p:nvSpPr>
        <p:spPr>
          <a:xfrm>
            <a:off x="543231" y="1080000"/>
            <a:ext cx="3812400" cy="221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50"/>
              <a:buFont typeface="Montserrat Medium"/>
              <a:buNone/>
              <a:defRPr sz="105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Montserrat Medium"/>
              <a:buNone/>
              <a:defRPr sz="105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Montserrat Medium"/>
              <a:buNone/>
              <a:defRPr sz="105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050"/>
              <a:buFont typeface="Montserrat Medium"/>
              <a:buNone/>
              <a:defRPr sz="105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Montserrat Medium"/>
              <a:buNone/>
              <a:defRPr sz="105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Montserrat Medium"/>
              <a:buNone/>
              <a:defRPr sz="105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050"/>
              <a:buFont typeface="Montserrat Medium"/>
              <a:buNone/>
              <a:defRPr sz="105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Montserrat Medium"/>
              <a:buNone/>
              <a:defRPr sz="105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Montserrat Medium"/>
              <a:buNone/>
              <a:defRPr sz="105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36" name="Google Shape;36;p8"/>
          <p:cNvSpPr txBox="1"/>
          <p:nvPr>
            <p:ph idx="2" type="body"/>
          </p:nvPr>
        </p:nvSpPr>
        <p:spPr>
          <a:xfrm>
            <a:off x="541875" y="1348000"/>
            <a:ext cx="3812400" cy="12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8925" lvl="0" marL="457200" rtl="0">
              <a:spcBef>
                <a:spcPts val="0"/>
              </a:spcBef>
              <a:spcAft>
                <a:spcPts val="0"/>
              </a:spcAft>
              <a:buSzPts val="950"/>
              <a:buFont typeface="Montserrat Light"/>
              <a:buChar char="●"/>
              <a:defRPr sz="95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88925" lvl="1" marL="914400" rtl="0">
              <a:spcBef>
                <a:spcPts val="0"/>
              </a:spcBef>
              <a:spcAft>
                <a:spcPts val="0"/>
              </a:spcAft>
              <a:buSzPts val="950"/>
              <a:buFont typeface="Montserrat Light"/>
              <a:buChar char="○"/>
              <a:defRPr sz="95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88925" lvl="2" marL="1371600" rtl="0">
              <a:spcBef>
                <a:spcPts val="0"/>
              </a:spcBef>
              <a:spcAft>
                <a:spcPts val="0"/>
              </a:spcAft>
              <a:buSzPts val="950"/>
              <a:buFont typeface="Montserrat Light"/>
              <a:buChar char="■"/>
              <a:defRPr sz="95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88925" lvl="3" marL="1828800" rtl="0">
              <a:spcBef>
                <a:spcPts val="0"/>
              </a:spcBef>
              <a:spcAft>
                <a:spcPts val="0"/>
              </a:spcAft>
              <a:buSzPts val="950"/>
              <a:buFont typeface="Montserrat Light"/>
              <a:buChar char="●"/>
              <a:defRPr sz="95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88925" lvl="4" marL="2286000" rtl="0">
              <a:spcBef>
                <a:spcPts val="0"/>
              </a:spcBef>
              <a:spcAft>
                <a:spcPts val="0"/>
              </a:spcAft>
              <a:buSzPts val="950"/>
              <a:buFont typeface="Montserrat Light"/>
              <a:buChar char="○"/>
              <a:defRPr sz="95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88925" lvl="5" marL="2743200" rtl="0">
              <a:spcBef>
                <a:spcPts val="0"/>
              </a:spcBef>
              <a:spcAft>
                <a:spcPts val="0"/>
              </a:spcAft>
              <a:buSzPts val="950"/>
              <a:buFont typeface="Montserrat Light"/>
              <a:buChar char="■"/>
              <a:defRPr sz="95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88925" lvl="6" marL="3200400" rtl="0">
              <a:spcBef>
                <a:spcPts val="0"/>
              </a:spcBef>
              <a:spcAft>
                <a:spcPts val="0"/>
              </a:spcAft>
              <a:buSzPts val="950"/>
              <a:buFont typeface="Montserrat Light"/>
              <a:buChar char="●"/>
              <a:defRPr sz="95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88925" lvl="7" marL="3657600" rtl="0">
              <a:spcBef>
                <a:spcPts val="0"/>
              </a:spcBef>
              <a:spcAft>
                <a:spcPts val="0"/>
              </a:spcAft>
              <a:buSzPts val="950"/>
              <a:buFont typeface="Montserrat Light"/>
              <a:buChar char="○"/>
              <a:defRPr sz="95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88925" lvl="8" marL="4114800" rtl="0">
              <a:spcBef>
                <a:spcPts val="0"/>
              </a:spcBef>
              <a:spcAft>
                <a:spcPts val="0"/>
              </a:spcAft>
              <a:buSzPts val="950"/>
              <a:buFont typeface="Montserrat Light"/>
              <a:buChar char="■"/>
              <a:defRPr sz="95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37" name="Google Shape;37;p8"/>
          <p:cNvSpPr txBox="1"/>
          <p:nvPr>
            <p:ph idx="3" type="subTitle"/>
          </p:nvPr>
        </p:nvSpPr>
        <p:spPr>
          <a:xfrm>
            <a:off x="4791593" y="1080000"/>
            <a:ext cx="3812400" cy="221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50"/>
              <a:buFont typeface="Montserrat Medium"/>
              <a:buNone/>
              <a:defRPr sz="105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Montserrat Medium"/>
              <a:buNone/>
              <a:defRPr sz="105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Montserrat Medium"/>
              <a:buNone/>
              <a:defRPr sz="105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050"/>
              <a:buFont typeface="Montserrat Medium"/>
              <a:buNone/>
              <a:defRPr sz="105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Montserrat Medium"/>
              <a:buNone/>
              <a:defRPr sz="105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Montserrat Medium"/>
              <a:buNone/>
              <a:defRPr sz="105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050"/>
              <a:buFont typeface="Montserrat Medium"/>
              <a:buNone/>
              <a:defRPr sz="105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Montserrat Medium"/>
              <a:buNone/>
              <a:defRPr sz="105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Montserrat Medium"/>
              <a:buNone/>
              <a:defRPr sz="105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38" name="Google Shape;38;p8"/>
          <p:cNvSpPr txBox="1"/>
          <p:nvPr>
            <p:ph idx="4" type="body"/>
          </p:nvPr>
        </p:nvSpPr>
        <p:spPr>
          <a:xfrm>
            <a:off x="4790226" y="1348000"/>
            <a:ext cx="3812400" cy="12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8925" lvl="0" marL="457200" rtl="0">
              <a:spcBef>
                <a:spcPts val="0"/>
              </a:spcBef>
              <a:spcAft>
                <a:spcPts val="0"/>
              </a:spcAft>
              <a:buSzPts val="950"/>
              <a:buFont typeface="Montserrat Light"/>
              <a:buChar char="●"/>
              <a:defRPr sz="95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88925" lvl="1" marL="914400" rtl="0">
              <a:spcBef>
                <a:spcPts val="0"/>
              </a:spcBef>
              <a:spcAft>
                <a:spcPts val="0"/>
              </a:spcAft>
              <a:buSzPts val="950"/>
              <a:buFont typeface="Montserrat Light"/>
              <a:buChar char="○"/>
              <a:defRPr sz="95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88925" lvl="2" marL="1371600" rtl="0">
              <a:spcBef>
                <a:spcPts val="0"/>
              </a:spcBef>
              <a:spcAft>
                <a:spcPts val="0"/>
              </a:spcAft>
              <a:buSzPts val="950"/>
              <a:buFont typeface="Montserrat Light"/>
              <a:buChar char="■"/>
              <a:defRPr sz="95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88925" lvl="3" marL="1828800" rtl="0">
              <a:spcBef>
                <a:spcPts val="0"/>
              </a:spcBef>
              <a:spcAft>
                <a:spcPts val="0"/>
              </a:spcAft>
              <a:buSzPts val="950"/>
              <a:buFont typeface="Montserrat Light"/>
              <a:buChar char="●"/>
              <a:defRPr sz="95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88925" lvl="4" marL="2286000" rtl="0">
              <a:spcBef>
                <a:spcPts val="0"/>
              </a:spcBef>
              <a:spcAft>
                <a:spcPts val="0"/>
              </a:spcAft>
              <a:buSzPts val="950"/>
              <a:buFont typeface="Montserrat Light"/>
              <a:buChar char="○"/>
              <a:defRPr sz="95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88925" lvl="5" marL="2743200" rtl="0">
              <a:spcBef>
                <a:spcPts val="0"/>
              </a:spcBef>
              <a:spcAft>
                <a:spcPts val="0"/>
              </a:spcAft>
              <a:buSzPts val="950"/>
              <a:buFont typeface="Montserrat Light"/>
              <a:buChar char="■"/>
              <a:defRPr sz="95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88925" lvl="6" marL="3200400" rtl="0">
              <a:spcBef>
                <a:spcPts val="0"/>
              </a:spcBef>
              <a:spcAft>
                <a:spcPts val="0"/>
              </a:spcAft>
              <a:buSzPts val="950"/>
              <a:buFont typeface="Montserrat Light"/>
              <a:buChar char="●"/>
              <a:defRPr sz="95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88925" lvl="7" marL="3657600" rtl="0">
              <a:spcBef>
                <a:spcPts val="0"/>
              </a:spcBef>
              <a:spcAft>
                <a:spcPts val="0"/>
              </a:spcAft>
              <a:buSzPts val="950"/>
              <a:buFont typeface="Montserrat Light"/>
              <a:buChar char="○"/>
              <a:defRPr sz="95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88925" lvl="8" marL="4114800" rtl="0">
              <a:spcBef>
                <a:spcPts val="0"/>
              </a:spcBef>
              <a:spcAft>
                <a:spcPts val="0"/>
              </a:spcAft>
              <a:buSzPts val="950"/>
              <a:buFont typeface="Montserrat Light"/>
              <a:buChar char="■"/>
              <a:defRPr sz="95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39" name="Google Shape;39;p8"/>
          <p:cNvSpPr txBox="1"/>
          <p:nvPr>
            <p:ph idx="5" type="subTitle"/>
          </p:nvPr>
        </p:nvSpPr>
        <p:spPr>
          <a:xfrm>
            <a:off x="542294" y="3018975"/>
            <a:ext cx="3812400" cy="221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50"/>
              <a:buFont typeface="Montserrat Medium"/>
              <a:buNone/>
              <a:defRPr sz="105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Montserrat Medium"/>
              <a:buNone/>
              <a:defRPr sz="105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Montserrat Medium"/>
              <a:buNone/>
              <a:defRPr sz="105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050"/>
              <a:buFont typeface="Montserrat Medium"/>
              <a:buNone/>
              <a:defRPr sz="105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Montserrat Medium"/>
              <a:buNone/>
              <a:defRPr sz="105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Montserrat Medium"/>
              <a:buNone/>
              <a:defRPr sz="105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050"/>
              <a:buFont typeface="Montserrat Medium"/>
              <a:buNone/>
              <a:defRPr sz="105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Montserrat Medium"/>
              <a:buNone/>
              <a:defRPr sz="105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Montserrat Medium"/>
              <a:buNone/>
              <a:defRPr sz="105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40" name="Google Shape;40;p8"/>
          <p:cNvSpPr txBox="1"/>
          <p:nvPr>
            <p:ph idx="6" type="body"/>
          </p:nvPr>
        </p:nvSpPr>
        <p:spPr>
          <a:xfrm>
            <a:off x="540938" y="3286975"/>
            <a:ext cx="3812400" cy="12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8925" lvl="0" marL="457200" rtl="0">
              <a:spcBef>
                <a:spcPts val="0"/>
              </a:spcBef>
              <a:spcAft>
                <a:spcPts val="0"/>
              </a:spcAft>
              <a:buSzPts val="950"/>
              <a:buFont typeface="Montserrat Light"/>
              <a:buChar char="●"/>
              <a:defRPr sz="95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88925" lvl="1" marL="914400" rtl="0">
              <a:spcBef>
                <a:spcPts val="0"/>
              </a:spcBef>
              <a:spcAft>
                <a:spcPts val="0"/>
              </a:spcAft>
              <a:buSzPts val="950"/>
              <a:buFont typeface="Montserrat Light"/>
              <a:buChar char="○"/>
              <a:defRPr sz="95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88925" lvl="2" marL="1371600" rtl="0">
              <a:spcBef>
                <a:spcPts val="0"/>
              </a:spcBef>
              <a:spcAft>
                <a:spcPts val="0"/>
              </a:spcAft>
              <a:buSzPts val="950"/>
              <a:buFont typeface="Montserrat Light"/>
              <a:buChar char="■"/>
              <a:defRPr sz="95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88925" lvl="3" marL="1828800" rtl="0">
              <a:spcBef>
                <a:spcPts val="0"/>
              </a:spcBef>
              <a:spcAft>
                <a:spcPts val="0"/>
              </a:spcAft>
              <a:buSzPts val="950"/>
              <a:buFont typeface="Montserrat Light"/>
              <a:buChar char="●"/>
              <a:defRPr sz="95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88925" lvl="4" marL="2286000" rtl="0">
              <a:spcBef>
                <a:spcPts val="0"/>
              </a:spcBef>
              <a:spcAft>
                <a:spcPts val="0"/>
              </a:spcAft>
              <a:buSzPts val="950"/>
              <a:buFont typeface="Montserrat Light"/>
              <a:buChar char="○"/>
              <a:defRPr sz="95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88925" lvl="5" marL="2743200" rtl="0">
              <a:spcBef>
                <a:spcPts val="0"/>
              </a:spcBef>
              <a:spcAft>
                <a:spcPts val="0"/>
              </a:spcAft>
              <a:buSzPts val="950"/>
              <a:buFont typeface="Montserrat Light"/>
              <a:buChar char="■"/>
              <a:defRPr sz="95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88925" lvl="6" marL="3200400" rtl="0">
              <a:spcBef>
                <a:spcPts val="0"/>
              </a:spcBef>
              <a:spcAft>
                <a:spcPts val="0"/>
              </a:spcAft>
              <a:buSzPts val="950"/>
              <a:buFont typeface="Montserrat Light"/>
              <a:buChar char="●"/>
              <a:defRPr sz="95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88925" lvl="7" marL="3657600" rtl="0">
              <a:spcBef>
                <a:spcPts val="0"/>
              </a:spcBef>
              <a:spcAft>
                <a:spcPts val="0"/>
              </a:spcAft>
              <a:buSzPts val="950"/>
              <a:buFont typeface="Montserrat Light"/>
              <a:buChar char="○"/>
              <a:defRPr sz="95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88925" lvl="8" marL="4114800" rtl="0">
              <a:spcBef>
                <a:spcPts val="0"/>
              </a:spcBef>
              <a:spcAft>
                <a:spcPts val="0"/>
              </a:spcAft>
              <a:buSzPts val="950"/>
              <a:buFont typeface="Montserrat Light"/>
              <a:buChar char="■"/>
              <a:defRPr sz="95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41" name="Google Shape;41;p8"/>
          <p:cNvSpPr txBox="1"/>
          <p:nvPr>
            <p:ph idx="7" type="subTitle"/>
          </p:nvPr>
        </p:nvSpPr>
        <p:spPr>
          <a:xfrm>
            <a:off x="4790656" y="3018975"/>
            <a:ext cx="3812400" cy="221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50"/>
              <a:buFont typeface="Montserrat Medium"/>
              <a:buNone/>
              <a:defRPr sz="105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Montserrat Medium"/>
              <a:buNone/>
              <a:defRPr sz="105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Montserrat Medium"/>
              <a:buNone/>
              <a:defRPr sz="105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050"/>
              <a:buFont typeface="Montserrat Medium"/>
              <a:buNone/>
              <a:defRPr sz="105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Montserrat Medium"/>
              <a:buNone/>
              <a:defRPr sz="105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Montserrat Medium"/>
              <a:buNone/>
              <a:defRPr sz="105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050"/>
              <a:buFont typeface="Montserrat Medium"/>
              <a:buNone/>
              <a:defRPr sz="105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Montserrat Medium"/>
              <a:buNone/>
              <a:defRPr sz="105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Montserrat Medium"/>
              <a:buNone/>
              <a:defRPr sz="105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42" name="Google Shape;42;p8"/>
          <p:cNvSpPr txBox="1"/>
          <p:nvPr>
            <p:ph idx="8" type="body"/>
          </p:nvPr>
        </p:nvSpPr>
        <p:spPr>
          <a:xfrm>
            <a:off x="4789288" y="3286975"/>
            <a:ext cx="3812400" cy="12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8925" lvl="0" marL="457200" rtl="0">
              <a:spcBef>
                <a:spcPts val="0"/>
              </a:spcBef>
              <a:spcAft>
                <a:spcPts val="0"/>
              </a:spcAft>
              <a:buSzPts val="950"/>
              <a:buFont typeface="Montserrat Light"/>
              <a:buChar char="●"/>
              <a:defRPr sz="95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88925" lvl="1" marL="914400" rtl="0">
              <a:spcBef>
                <a:spcPts val="0"/>
              </a:spcBef>
              <a:spcAft>
                <a:spcPts val="0"/>
              </a:spcAft>
              <a:buSzPts val="950"/>
              <a:buFont typeface="Montserrat Light"/>
              <a:buChar char="○"/>
              <a:defRPr sz="95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88925" lvl="2" marL="1371600" rtl="0">
              <a:spcBef>
                <a:spcPts val="0"/>
              </a:spcBef>
              <a:spcAft>
                <a:spcPts val="0"/>
              </a:spcAft>
              <a:buSzPts val="950"/>
              <a:buFont typeface="Montserrat Light"/>
              <a:buChar char="■"/>
              <a:defRPr sz="95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88925" lvl="3" marL="1828800" rtl="0">
              <a:spcBef>
                <a:spcPts val="0"/>
              </a:spcBef>
              <a:spcAft>
                <a:spcPts val="0"/>
              </a:spcAft>
              <a:buSzPts val="950"/>
              <a:buFont typeface="Montserrat Light"/>
              <a:buChar char="●"/>
              <a:defRPr sz="95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88925" lvl="4" marL="2286000" rtl="0">
              <a:spcBef>
                <a:spcPts val="0"/>
              </a:spcBef>
              <a:spcAft>
                <a:spcPts val="0"/>
              </a:spcAft>
              <a:buSzPts val="950"/>
              <a:buFont typeface="Montserrat Light"/>
              <a:buChar char="○"/>
              <a:defRPr sz="95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88925" lvl="5" marL="2743200" rtl="0">
              <a:spcBef>
                <a:spcPts val="0"/>
              </a:spcBef>
              <a:spcAft>
                <a:spcPts val="0"/>
              </a:spcAft>
              <a:buSzPts val="950"/>
              <a:buFont typeface="Montserrat Light"/>
              <a:buChar char="■"/>
              <a:defRPr sz="95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88925" lvl="6" marL="3200400" rtl="0">
              <a:spcBef>
                <a:spcPts val="0"/>
              </a:spcBef>
              <a:spcAft>
                <a:spcPts val="0"/>
              </a:spcAft>
              <a:buSzPts val="950"/>
              <a:buFont typeface="Montserrat Light"/>
              <a:buChar char="●"/>
              <a:defRPr sz="95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88925" lvl="7" marL="3657600" rtl="0">
              <a:spcBef>
                <a:spcPts val="0"/>
              </a:spcBef>
              <a:spcAft>
                <a:spcPts val="0"/>
              </a:spcAft>
              <a:buSzPts val="950"/>
              <a:buFont typeface="Montserrat Light"/>
              <a:buChar char="○"/>
              <a:defRPr sz="95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88925" lvl="8" marL="4114800" rtl="0">
              <a:spcBef>
                <a:spcPts val="0"/>
              </a:spcBef>
              <a:spcAft>
                <a:spcPts val="0"/>
              </a:spcAft>
              <a:buSzPts val="950"/>
              <a:buFont typeface="Montserrat Light"/>
              <a:buChar char="■"/>
              <a:defRPr sz="95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cxnSp>
        <p:nvCxnSpPr>
          <p:cNvPr id="43" name="Google Shape;43;p8"/>
          <p:cNvCxnSpPr/>
          <p:nvPr/>
        </p:nvCxnSpPr>
        <p:spPr>
          <a:xfrm>
            <a:off x="549450" y="2817925"/>
            <a:ext cx="80451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" name="Google Shape;44;p8"/>
          <p:cNvCxnSpPr>
            <a:stCxn id="45" idx="2"/>
            <a:endCxn id="45" idx="0"/>
          </p:cNvCxnSpPr>
          <p:nvPr/>
        </p:nvCxnSpPr>
        <p:spPr>
          <a:xfrm rot="10800000">
            <a:off x="4572000" y="1080000"/>
            <a:ext cx="0" cy="34674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opener with image placeholder">
  <p:cSld name="CUSTOM_27_1_1_1_2_3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9"/>
          <p:cNvSpPr/>
          <p:nvPr>
            <p:ph idx="2" type="pic"/>
          </p:nvPr>
        </p:nvSpPr>
        <p:spPr>
          <a:xfrm>
            <a:off x="5204550" y="-827700"/>
            <a:ext cx="6798900" cy="6798900"/>
          </a:xfrm>
          <a:prstGeom prst="ellipse">
            <a:avLst/>
          </a:prstGeom>
          <a:noFill/>
          <a:ln>
            <a:noFill/>
          </a:ln>
        </p:spPr>
      </p:sp>
      <p:sp>
        <p:nvSpPr>
          <p:cNvPr id="48" name="Google Shape;48;p9"/>
          <p:cNvSpPr txBox="1"/>
          <p:nvPr>
            <p:ph type="title"/>
          </p:nvPr>
        </p:nvSpPr>
        <p:spPr>
          <a:xfrm>
            <a:off x="540000" y="1984525"/>
            <a:ext cx="4544700" cy="1523400"/>
          </a:xfrm>
          <a:prstGeom prst="rect">
            <a:avLst/>
          </a:prstGeom>
        </p:spPr>
        <p:txBody>
          <a:bodyPr anchorCtr="0" anchor="ctr" bIns="0" lIns="0" spcFirstLastPara="1" rIns="72000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800"/>
              <a:buFont typeface="Montserrat Light"/>
              <a:buNone/>
              <a:defRPr b="0" sz="38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49" name="Google Shape;49;p9"/>
          <p:cNvSpPr txBox="1"/>
          <p:nvPr>
            <p:ph idx="1" type="subTitle"/>
          </p:nvPr>
        </p:nvSpPr>
        <p:spPr>
          <a:xfrm>
            <a:off x="540000" y="1635575"/>
            <a:ext cx="4544700" cy="193500"/>
          </a:xfrm>
          <a:prstGeom prst="rect">
            <a:avLst/>
          </a:prstGeom>
        </p:spPr>
        <p:txBody>
          <a:bodyPr anchorCtr="0" anchor="t" bIns="0" lIns="0" spcFirstLastPara="1" rIns="72000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100"/>
              <a:buFont typeface="Montserrat Medium"/>
              <a:buNone/>
              <a:defRPr sz="11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660">
          <p15:clr>
            <a:srgbClr val="E46962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opener with number">
  <p:cSld name="CUSTOM_27_1_1_1_2_2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/>
          <p:nvPr/>
        </p:nvSpPr>
        <p:spPr>
          <a:xfrm>
            <a:off x="-931925" y="1671750"/>
            <a:ext cx="1800000" cy="18000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52" name="Google Shape;52;p10"/>
          <p:cNvSpPr txBox="1"/>
          <p:nvPr>
            <p:ph type="title"/>
          </p:nvPr>
        </p:nvSpPr>
        <p:spPr>
          <a:xfrm>
            <a:off x="1378200" y="1308600"/>
            <a:ext cx="1491900" cy="196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0"/>
              <a:buFont typeface="Montserrat Light"/>
              <a:buNone/>
              <a:defRPr sz="15000">
                <a:solidFill>
                  <a:schemeClr val="lt2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53" name="Google Shape;53;p10"/>
          <p:cNvSpPr txBox="1"/>
          <p:nvPr>
            <p:ph idx="2" type="title"/>
          </p:nvPr>
        </p:nvSpPr>
        <p:spPr>
          <a:xfrm>
            <a:off x="3648475" y="1732625"/>
            <a:ext cx="4955400" cy="1040100"/>
          </a:xfrm>
          <a:prstGeom prst="rect">
            <a:avLst/>
          </a:prstGeom>
        </p:spPr>
        <p:txBody>
          <a:bodyPr anchorCtr="0" anchor="ctr" bIns="0" lIns="0" spcFirstLastPara="1" rIns="72000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800"/>
              <a:buFont typeface="Montserrat Light"/>
              <a:buNone/>
              <a:defRPr b="0" sz="38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54" name="Google Shape;54;p10"/>
          <p:cNvSpPr txBox="1"/>
          <p:nvPr>
            <p:ph idx="1" type="body"/>
          </p:nvPr>
        </p:nvSpPr>
        <p:spPr>
          <a:xfrm>
            <a:off x="3648475" y="2950625"/>
            <a:ext cx="4955400" cy="510000"/>
          </a:xfrm>
          <a:prstGeom prst="rect">
            <a:avLst/>
          </a:prstGeom>
        </p:spPr>
        <p:txBody>
          <a:bodyPr anchorCtr="0" anchor="t" bIns="0" lIns="0" spcFirstLastPara="1" rIns="720000" wrap="square" tIns="0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Font typeface="Montserrat Light"/>
              <a:buChar char="●"/>
              <a:defRPr sz="12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Font typeface="Montserrat Light"/>
              <a:buChar char="○"/>
              <a:defRPr sz="12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Font typeface="Montserrat Light"/>
              <a:buChar char="■"/>
              <a:defRPr sz="12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Font typeface="Montserrat Light"/>
              <a:buChar char="●"/>
              <a:defRPr sz="12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Font typeface="Montserrat Light"/>
              <a:buChar char="○"/>
              <a:defRPr sz="12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Font typeface="Montserrat Light"/>
              <a:buChar char="■"/>
              <a:defRPr sz="12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Font typeface="Montserrat Light"/>
              <a:buChar char="●"/>
              <a:defRPr sz="12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Font typeface="Montserrat Light"/>
              <a:buChar char="○"/>
              <a:defRPr sz="12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Font typeface="Montserrat Light"/>
              <a:buChar char="■"/>
              <a:defRPr sz="12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660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opener with number and image placeholder">
  <p:cSld name="CUSTOM_27_1_1_1_2_2_2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1"/>
          <p:cNvSpPr txBox="1"/>
          <p:nvPr>
            <p:ph type="title"/>
          </p:nvPr>
        </p:nvSpPr>
        <p:spPr>
          <a:xfrm>
            <a:off x="540000" y="1232400"/>
            <a:ext cx="1491900" cy="196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0"/>
              <a:buFont typeface="Montserrat Light"/>
              <a:buNone/>
              <a:defRPr sz="15000">
                <a:solidFill>
                  <a:schemeClr val="lt2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57" name="Google Shape;57;p11"/>
          <p:cNvSpPr txBox="1"/>
          <p:nvPr>
            <p:ph idx="2" type="title"/>
          </p:nvPr>
        </p:nvSpPr>
        <p:spPr>
          <a:xfrm>
            <a:off x="2353075" y="1656425"/>
            <a:ext cx="3386100" cy="1523400"/>
          </a:xfrm>
          <a:prstGeom prst="rect">
            <a:avLst/>
          </a:prstGeom>
        </p:spPr>
        <p:txBody>
          <a:bodyPr anchorCtr="0" anchor="ctr" bIns="0" lIns="0" spcFirstLastPara="1" rIns="720000" wrap="square" tIns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800"/>
              <a:buFont typeface="Montserrat Light"/>
              <a:buNone/>
              <a:defRPr b="0" sz="38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58" name="Google Shape;58;p11"/>
          <p:cNvSpPr txBox="1"/>
          <p:nvPr>
            <p:ph idx="1" type="body"/>
          </p:nvPr>
        </p:nvSpPr>
        <p:spPr>
          <a:xfrm>
            <a:off x="2353075" y="3335275"/>
            <a:ext cx="3386100" cy="726600"/>
          </a:xfrm>
          <a:prstGeom prst="rect">
            <a:avLst/>
          </a:prstGeom>
        </p:spPr>
        <p:txBody>
          <a:bodyPr anchorCtr="0" anchor="t" bIns="0" lIns="0" spcFirstLastPara="1" rIns="720000" wrap="square" tIns="0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Font typeface="Montserrat Light"/>
              <a:buChar char="●"/>
              <a:defRPr sz="12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Font typeface="Montserrat Light"/>
              <a:buChar char="○"/>
              <a:defRPr sz="12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Font typeface="Montserrat Light"/>
              <a:buChar char="■"/>
              <a:defRPr sz="12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Font typeface="Montserrat Light"/>
              <a:buChar char="●"/>
              <a:defRPr sz="12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Font typeface="Montserrat Light"/>
              <a:buChar char="○"/>
              <a:defRPr sz="12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Font typeface="Montserrat Light"/>
              <a:buChar char="■"/>
              <a:defRPr sz="12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Font typeface="Montserrat Light"/>
              <a:buChar char="●"/>
              <a:defRPr sz="12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Font typeface="Montserrat Light"/>
              <a:buChar char="○"/>
              <a:defRPr sz="12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Font typeface="Montserrat Light"/>
              <a:buChar char="■"/>
              <a:defRPr sz="12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59" name="Google Shape;59;p11"/>
          <p:cNvSpPr txBox="1"/>
          <p:nvPr>
            <p:ph idx="12" type="sldNum"/>
          </p:nvPr>
        </p:nvSpPr>
        <p:spPr>
          <a:xfrm>
            <a:off x="4578475" y="4783500"/>
            <a:ext cx="40254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r">
              <a:buNone/>
              <a:defRPr sz="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 algn="r">
              <a:buNone/>
              <a:defRPr sz="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 algn="r">
              <a:buNone/>
              <a:defRPr sz="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 algn="r">
              <a:buNone/>
              <a:defRPr sz="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 algn="r">
              <a:buNone/>
              <a:defRPr sz="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 algn="r">
              <a:buNone/>
              <a:defRPr sz="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 algn="r">
              <a:buNone/>
              <a:defRPr sz="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 algn="r">
              <a:buNone/>
              <a:defRPr sz="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 algn="r">
              <a:buNone/>
              <a:defRPr sz="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0" name="Google Shape;60;p11"/>
          <p:cNvSpPr/>
          <p:nvPr>
            <p:ph idx="3" type="pic"/>
          </p:nvPr>
        </p:nvSpPr>
        <p:spPr>
          <a:xfrm>
            <a:off x="6042750" y="-827700"/>
            <a:ext cx="6798900" cy="6798900"/>
          </a:xfrm>
          <a:prstGeom prst="ellipse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660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ull image">
  <p:cSld name="CUSTOM_27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/>
          <p:nvPr>
            <p:ph idx="2" type="pic"/>
          </p:nvPr>
        </p:nvSpPr>
        <p:spPr>
          <a:xfrm>
            <a:off x="-8300" y="0"/>
            <a:ext cx="9144000" cy="5143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CUSTOM_18_2_2_1_1_1_1_3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extLst>
    <p:ext uri="{DCECCB84-F9BA-43D5-87BE-67443E8EF086}">
      <p15:sldGuideLst>
        <p15:guide id="1" pos="2230">
          <p15:clr>
            <a:srgbClr val="E46962"/>
          </p15:clr>
        </p15:guide>
        <p15:guide id="2" pos="1778">
          <p15:clr>
            <a:srgbClr val="E46962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presentation - 12 people">
  <p:cSld name="TITLE_1_1_5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>
            <p:ph type="title"/>
          </p:nvPr>
        </p:nvSpPr>
        <p:spPr>
          <a:xfrm>
            <a:off x="540000" y="360000"/>
            <a:ext cx="8064000" cy="54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Montserrat Medium"/>
              <a:buNone/>
              <a:defRPr b="0" sz="200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4"/>
          <p:cNvSpPr/>
          <p:nvPr>
            <p:ph idx="2" type="pic"/>
          </p:nvPr>
        </p:nvSpPr>
        <p:spPr>
          <a:xfrm>
            <a:off x="540000" y="1080000"/>
            <a:ext cx="900000" cy="900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67" name="Google Shape;67;p14"/>
          <p:cNvSpPr/>
          <p:nvPr>
            <p:ph idx="3" type="pic"/>
          </p:nvPr>
        </p:nvSpPr>
        <p:spPr>
          <a:xfrm>
            <a:off x="3410000" y="1080000"/>
            <a:ext cx="900000" cy="900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68" name="Google Shape;68;p14"/>
          <p:cNvSpPr/>
          <p:nvPr>
            <p:ph idx="4" type="pic"/>
          </p:nvPr>
        </p:nvSpPr>
        <p:spPr>
          <a:xfrm>
            <a:off x="4845000" y="1080000"/>
            <a:ext cx="900000" cy="900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69" name="Google Shape;69;p14"/>
          <p:cNvSpPr/>
          <p:nvPr>
            <p:ph idx="5" type="pic"/>
          </p:nvPr>
        </p:nvSpPr>
        <p:spPr>
          <a:xfrm>
            <a:off x="6280000" y="1080000"/>
            <a:ext cx="900000" cy="900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0" name="Google Shape;70;p14"/>
          <p:cNvSpPr/>
          <p:nvPr>
            <p:ph idx="6" type="pic"/>
          </p:nvPr>
        </p:nvSpPr>
        <p:spPr>
          <a:xfrm>
            <a:off x="7715000" y="1080000"/>
            <a:ext cx="900000" cy="900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1" name="Google Shape;71;p14"/>
          <p:cNvSpPr/>
          <p:nvPr>
            <p:ph idx="7" type="pic"/>
          </p:nvPr>
        </p:nvSpPr>
        <p:spPr>
          <a:xfrm>
            <a:off x="1975000" y="1080000"/>
            <a:ext cx="900000" cy="900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2" name="Google Shape;72;p14"/>
          <p:cNvSpPr txBox="1"/>
          <p:nvPr>
            <p:ph idx="8" type="title"/>
          </p:nvPr>
        </p:nvSpPr>
        <p:spPr>
          <a:xfrm>
            <a:off x="540000" y="2357350"/>
            <a:ext cx="900000" cy="19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700"/>
              <a:buFont typeface="Montserrat"/>
              <a:buNone/>
              <a:defRPr sz="7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4"/>
          <p:cNvSpPr txBox="1"/>
          <p:nvPr>
            <p:ph idx="9" type="title"/>
          </p:nvPr>
        </p:nvSpPr>
        <p:spPr>
          <a:xfrm>
            <a:off x="540025" y="2071875"/>
            <a:ext cx="900000" cy="213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Montserrat"/>
              <a:buNone/>
              <a:defRPr b="1" sz="8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4"/>
          <p:cNvSpPr txBox="1"/>
          <p:nvPr>
            <p:ph idx="13" type="title"/>
          </p:nvPr>
        </p:nvSpPr>
        <p:spPr>
          <a:xfrm>
            <a:off x="1974988" y="2357350"/>
            <a:ext cx="900000" cy="19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700"/>
              <a:buFont typeface="Montserrat"/>
              <a:buNone/>
              <a:defRPr sz="7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4"/>
          <p:cNvSpPr txBox="1"/>
          <p:nvPr>
            <p:ph idx="14" type="title"/>
          </p:nvPr>
        </p:nvSpPr>
        <p:spPr>
          <a:xfrm>
            <a:off x="1975013" y="2071875"/>
            <a:ext cx="900000" cy="213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Montserrat"/>
              <a:buNone/>
              <a:defRPr b="1" sz="8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4"/>
          <p:cNvSpPr txBox="1"/>
          <p:nvPr>
            <p:ph idx="15" type="title"/>
          </p:nvPr>
        </p:nvSpPr>
        <p:spPr>
          <a:xfrm>
            <a:off x="3409975" y="2357350"/>
            <a:ext cx="900000" cy="19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700"/>
              <a:buFont typeface="Montserrat"/>
              <a:buNone/>
              <a:defRPr sz="7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4"/>
          <p:cNvSpPr txBox="1"/>
          <p:nvPr>
            <p:ph idx="16" type="title"/>
          </p:nvPr>
        </p:nvSpPr>
        <p:spPr>
          <a:xfrm>
            <a:off x="3410000" y="2071875"/>
            <a:ext cx="900000" cy="213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Montserrat"/>
              <a:buNone/>
              <a:defRPr b="1" sz="8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4"/>
          <p:cNvSpPr txBox="1"/>
          <p:nvPr>
            <p:ph idx="17" type="title"/>
          </p:nvPr>
        </p:nvSpPr>
        <p:spPr>
          <a:xfrm>
            <a:off x="4844988" y="2357350"/>
            <a:ext cx="900000" cy="19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700"/>
              <a:buFont typeface="Montserrat"/>
              <a:buNone/>
              <a:defRPr sz="7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4"/>
          <p:cNvSpPr txBox="1"/>
          <p:nvPr>
            <p:ph idx="18" type="title"/>
          </p:nvPr>
        </p:nvSpPr>
        <p:spPr>
          <a:xfrm>
            <a:off x="4845013" y="2071875"/>
            <a:ext cx="900000" cy="213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Montserrat"/>
              <a:buNone/>
              <a:defRPr b="1" sz="8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4"/>
          <p:cNvSpPr txBox="1"/>
          <p:nvPr>
            <p:ph idx="19" type="title"/>
          </p:nvPr>
        </p:nvSpPr>
        <p:spPr>
          <a:xfrm>
            <a:off x="6279988" y="2357350"/>
            <a:ext cx="900000" cy="19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700"/>
              <a:buFont typeface="Montserrat"/>
              <a:buNone/>
              <a:defRPr sz="7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4"/>
          <p:cNvSpPr txBox="1"/>
          <p:nvPr>
            <p:ph idx="20" type="title"/>
          </p:nvPr>
        </p:nvSpPr>
        <p:spPr>
          <a:xfrm>
            <a:off x="6280013" y="2071875"/>
            <a:ext cx="900000" cy="213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Montserrat"/>
              <a:buNone/>
              <a:defRPr b="1" sz="8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4"/>
          <p:cNvSpPr txBox="1"/>
          <p:nvPr>
            <p:ph idx="21" type="title"/>
          </p:nvPr>
        </p:nvSpPr>
        <p:spPr>
          <a:xfrm>
            <a:off x="7715025" y="2357350"/>
            <a:ext cx="900000" cy="19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700"/>
              <a:buFont typeface="Montserrat"/>
              <a:buNone/>
              <a:defRPr sz="7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4"/>
          <p:cNvSpPr txBox="1"/>
          <p:nvPr>
            <p:ph idx="22" type="title"/>
          </p:nvPr>
        </p:nvSpPr>
        <p:spPr>
          <a:xfrm>
            <a:off x="7715050" y="2071875"/>
            <a:ext cx="900000" cy="213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Montserrat"/>
              <a:buNone/>
              <a:defRPr b="1" sz="8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4"/>
          <p:cNvSpPr/>
          <p:nvPr>
            <p:ph idx="23" type="pic"/>
          </p:nvPr>
        </p:nvSpPr>
        <p:spPr>
          <a:xfrm>
            <a:off x="534475" y="2926575"/>
            <a:ext cx="900000" cy="900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85" name="Google Shape;85;p14"/>
          <p:cNvSpPr/>
          <p:nvPr>
            <p:ph idx="24" type="pic"/>
          </p:nvPr>
        </p:nvSpPr>
        <p:spPr>
          <a:xfrm>
            <a:off x="3404475" y="2926575"/>
            <a:ext cx="900000" cy="900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86" name="Google Shape;86;p14"/>
          <p:cNvSpPr/>
          <p:nvPr>
            <p:ph idx="25" type="pic"/>
          </p:nvPr>
        </p:nvSpPr>
        <p:spPr>
          <a:xfrm>
            <a:off x="4839475" y="2926575"/>
            <a:ext cx="900000" cy="900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87" name="Google Shape;87;p14"/>
          <p:cNvSpPr/>
          <p:nvPr>
            <p:ph idx="26" type="pic"/>
          </p:nvPr>
        </p:nvSpPr>
        <p:spPr>
          <a:xfrm>
            <a:off x="6274475" y="2926575"/>
            <a:ext cx="900000" cy="900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88" name="Google Shape;88;p14"/>
          <p:cNvSpPr/>
          <p:nvPr>
            <p:ph idx="27" type="pic"/>
          </p:nvPr>
        </p:nvSpPr>
        <p:spPr>
          <a:xfrm>
            <a:off x="7709475" y="2926575"/>
            <a:ext cx="900000" cy="900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89" name="Google Shape;89;p14"/>
          <p:cNvSpPr/>
          <p:nvPr>
            <p:ph idx="28" type="pic"/>
          </p:nvPr>
        </p:nvSpPr>
        <p:spPr>
          <a:xfrm>
            <a:off x="1969475" y="2926575"/>
            <a:ext cx="900000" cy="900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90" name="Google Shape;90;p14"/>
          <p:cNvSpPr txBox="1"/>
          <p:nvPr>
            <p:ph idx="29" type="title"/>
          </p:nvPr>
        </p:nvSpPr>
        <p:spPr>
          <a:xfrm>
            <a:off x="534475" y="4203925"/>
            <a:ext cx="900000" cy="19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700"/>
              <a:buFont typeface="Montserrat"/>
              <a:buNone/>
              <a:defRPr sz="7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14"/>
          <p:cNvSpPr txBox="1"/>
          <p:nvPr>
            <p:ph idx="30" type="title"/>
          </p:nvPr>
        </p:nvSpPr>
        <p:spPr>
          <a:xfrm>
            <a:off x="534500" y="3918450"/>
            <a:ext cx="900000" cy="213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Montserrat"/>
              <a:buNone/>
              <a:defRPr b="1" sz="8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4"/>
          <p:cNvSpPr txBox="1"/>
          <p:nvPr>
            <p:ph idx="31" type="title"/>
          </p:nvPr>
        </p:nvSpPr>
        <p:spPr>
          <a:xfrm>
            <a:off x="1969463" y="4203925"/>
            <a:ext cx="900000" cy="19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700"/>
              <a:buFont typeface="Montserrat"/>
              <a:buNone/>
              <a:defRPr sz="7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14"/>
          <p:cNvSpPr txBox="1"/>
          <p:nvPr>
            <p:ph idx="32" type="title"/>
          </p:nvPr>
        </p:nvSpPr>
        <p:spPr>
          <a:xfrm>
            <a:off x="1969488" y="3918450"/>
            <a:ext cx="900000" cy="213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Montserrat"/>
              <a:buNone/>
              <a:defRPr b="1" sz="8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14"/>
          <p:cNvSpPr txBox="1"/>
          <p:nvPr>
            <p:ph idx="33" type="title"/>
          </p:nvPr>
        </p:nvSpPr>
        <p:spPr>
          <a:xfrm>
            <a:off x="3404450" y="4203925"/>
            <a:ext cx="900000" cy="19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700"/>
              <a:buFont typeface="Montserrat"/>
              <a:buNone/>
              <a:defRPr sz="7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14"/>
          <p:cNvSpPr txBox="1"/>
          <p:nvPr>
            <p:ph idx="34" type="title"/>
          </p:nvPr>
        </p:nvSpPr>
        <p:spPr>
          <a:xfrm>
            <a:off x="3404475" y="3918450"/>
            <a:ext cx="900000" cy="213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Montserrat"/>
              <a:buNone/>
              <a:defRPr b="1" sz="8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14"/>
          <p:cNvSpPr txBox="1"/>
          <p:nvPr>
            <p:ph idx="35" type="title"/>
          </p:nvPr>
        </p:nvSpPr>
        <p:spPr>
          <a:xfrm>
            <a:off x="4839463" y="4203925"/>
            <a:ext cx="900000" cy="19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700"/>
              <a:buFont typeface="Montserrat"/>
              <a:buNone/>
              <a:defRPr sz="7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14"/>
          <p:cNvSpPr txBox="1"/>
          <p:nvPr>
            <p:ph idx="36" type="title"/>
          </p:nvPr>
        </p:nvSpPr>
        <p:spPr>
          <a:xfrm>
            <a:off x="4839488" y="3918450"/>
            <a:ext cx="900000" cy="213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Montserrat"/>
              <a:buNone/>
              <a:defRPr b="1" sz="8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14"/>
          <p:cNvSpPr txBox="1"/>
          <p:nvPr>
            <p:ph idx="37" type="title"/>
          </p:nvPr>
        </p:nvSpPr>
        <p:spPr>
          <a:xfrm>
            <a:off x="6274463" y="4203925"/>
            <a:ext cx="900000" cy="19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700"/>
              <a:buFont typeface="Montserrat"/>
              <a:buNone/>
              <a:defRPr sz="7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14"/>
          <p:cNvSpPr txBox="1"/>
          <p:nvPr>
            <p:ph idx="38" type="title"/>
          </p:nvPr>
        </p:nvSpPr>
        <p:spPr>
          <a:xfrm>
            <a:off x="6274488" y="3918450"/>
            <a:ext cx="900000" cy="213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Montserrat"/>
              <a:buNone/>
              <a:defRPr b="1" sz="8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14"/>
          <p:cNvSpPr txBox="1"/>
          <p:nvPr>
            <p:ph idx="39" type="title"/>
          </p:nvPr>
        </p:nvSpPr>
        <p:spPr>
          <a:xfrm>
            <a:off x="7709500" y="4203925"/>
            <a:ext cx="900000" cy="19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700"/>
              <a:buFont typeface="Montserrat"/>
              <a:buNone/>
              <a:defRPr sz="7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14"/>
          <p:cNvSpPr txBox="1"/>
          <p:nvPr>
            <p:ph idx="40" type="title"/>
          </p:nvPr>
        </p:nvSpPr>
        <p:spPr>
          <a:xfrm>
            <a:off x="7709525" y="3918450"/>
            <a:ext cx="900000" cy="213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Montserrat"/>
              <a:buNone/>
              <a:defRPr b="1" sz="8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presentation - 10 people">
  <p:cSld name="TITLE_1_1_5_1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5"/>
          <p:cNvSpPr txBox="1"/>
          <p:nvPr>
            <p:ph type="title"/>
          </p:nvPr>
        </p:nvSpPr>
        <p:spPr>
          <a:xfrm>
            <a:off x="540000" y="360000"/>
            <a:ext cx="8064000" cy="54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Montserrat Medium"/>
              <a:buNone/>
              <a:defRPr b="0" sz="200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15"/>
          <p:cNvSpPr/>
          <p:nvPr>
            <p:ph idx="2" type="pic"/>
          </p:nvPr>
        </p:nvSpPr>
        <p:spPr>
          <a:xfrm>
            <a:off x="540000" y="1080000"/>
            <a:ext cx="900000" cy="900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05" name="Google Shape;105;p15"/>
          <p:cNvSpPr txBox="1"/>
          <p:nvPr>
            <p:ph idx="3" type="title"/>
          </p:nvPr>
        </p:nvSpPr>
        <p:spPr>
          <a:xfrm>
            <a:off x="540000" y="2357350"/>
            <a:ext cx="900000" cy="19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700"/>
              <a:buFont typeface="Montserrat"/>
              <a:buNone/>
              <a:defRPr sz="7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15"/>
          <p:cNvSpPr txBox="1"/>
          <p:nvPr>
            <p:ph idx="4" type="title"/>
          </p:nvPr>
        </p:nvSpPr>
        <p:spPr>
          <a:xfrm>
            <a:off x="540025" y="2071875"/>
            <a:ext cx="900000" cy="213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Montserrat"/>
              <a:buNone/>
              <a:defRPr b="1" sz="8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15"/>
          <p:cNvSpPr/>
          <p:nvPr>
            <p:ph idx="5" type="pic"/>
          </p:nvPr>
        </p:nvSpPr>
        <p:spPr>
          <a:xfrm>
            <a:off x="534475" y="2926575"/>
            <a:ext cx="900000" cy="900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08" name="Google Shape;108;p15"/>
          <p:cNvSpPr txBox="1"/>
          <p:nvPr>
            <p:ph idx="6" type="title"/>
          </p:nvPr>
        </p:nvSpPr>
        <p:spPr>
          <a:xfrm>
            <a:off x="534475" y="4203925"/>
            <a:ext cx="900000" cy="19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700"/>
              <a:buFont typeface="Montserrat"/>
              <a:buNone/>
              <a:defRPr sz="7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15"/>
          <p:cNvSpPr txBox="1"/>
          <p:nvPr>
            <p:ph idx="7" type="title"/>
          </p:nvPr>
        </p:nvSpPr>
        <p:spPr>
          <a:xfrm>
            <a:off x="534500" y="3918450"/>
            <a:ext cx="900000" cy="213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Montserrat"/>
              <a:buNone/>
              <a:defRPr b="1" sz="8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15"/>
          <p:cNvSpPr/>
          <p:nvPr>
            <p:ph idx="8" type="pic"/>
          </p:nvPr>
        </p:nvSpPr>
        <p:spPr>
          <a:xfrm>
            <a:off x="7703925" y="1080000"/>
            <a:ext cx="900000" cy="900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11" name="Google Shape;111;p15"/>
          <p:cNvSpPr txBox="1"/>
          <p:nvPr>
            <p:ph idx="9" type="title"/>
          </p:nvPr>
        </p:nvSpPr>
        <p:spPr>
          <a:xfrm>
            <a:off x="7703913" y="2357350"/>
            <a:ext cx="900000" cy="19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700"/>
              <a:buFont typeface="Montserrat"/>
              <a:buNone/>
              <a:defRPr sz="7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15"/>
          <p:cNvSpPr txBox="1"/>
          <p:nvPr>
            <p:ph idx="13" type="title"/>
          </p:nvPr>
        </p:nvSpPr>
        <p:spPr>
          <a:xfrm>
            <a:off x="7703938" y="2071875"/>
            <a:ext cx="900000" cy="213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Montserrat"/>
              <a:buNone/>
              <a:defRPr b="1" sz="8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15"/>
          <p:cNvSpPr/>
          <p:nvPr>
            <p:ph idx="14" type="pic"/>
          </p:nvPr>
        </p:nvSpPr>
        <p:spPr>
          <a:xfrm>
            <a:off x="7698400" y="2926575"/>
            <a:ext cx="900000" cy="900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14" name="Google Shape;114;p15"/>
          <p:cNvSpPr txBox="1"/>
          <p:nvPr>
            <p:ph idx="15" type="title"/>
          </p:nvPr>
        </p:nvSpPr>
        <p:spPr>
          <a:xfrm>
            <a:off x="7698388" y="4203925"/>
            <a:ext cx="900000" cy="19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700"/>
              <a:buFont typeface="Montserrat"/>
              <a:buNone/>
              <a:defRPr sz="7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15"/>
          <p:cNvSpPr txBox="1"/>
          <p:nvPr>
            <p:ph idx="16" type="title"/>
          </p:nvPr>
        </p:nvSpPr>
        <p:spPr>
          <a:xfrm>
            <a:off x="7698413" y="3918450"/>
            <a:ext cx="900000" cy="213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Montserrat"/>
              <a:buNone/>
              <a:defRPr b="1" sz="8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15"/>
          <p:cNvSpPr/>
          <p:nvPr>
            <p:ph idx="17" type="pic"/>
          </p:nvPr>
        </p:nvSpPr>
        <p:spPr>
          <a:xfrm>
            <a:off x="4119188" y="1080000"/>
            <a:ext cx="900000" cy="900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17" name="Google Shape;117;p15"/>
          <p:cNvSpPr txBox="1"/>
          <p:nvPr>
            <p:ph idx="18" type="title"/>
          </p:nvPr>
        </p:nvSpPr>
        <p:spPr>
          <a:xfrm>
            <a:off x="4119175" y="2357350"/>
            <a:ext cx="900000" cy="19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700"/>
              <a:buFont typeface="Montserrat"/>
              <a:buNone/>
              <a:defRPr sz="7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15"/>
          <p:cNvSpPr txBox="1"/>
          <p:nvPr>
            <p:ph idx="19" type="title"/>
          </p:nvPr>
        </p:nvSpPr>
        <p:spPr>
          <a:xfrm>
            <a:off x="4119200" y="2071875"/>
            <a:ext cx="900000" cy="213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Montserrat"/>
              <a:buNone/>
              <a:defRPr b="1" sz="8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15"/>
          <p:cNvSpPr/>
          <p:nvPr>
            <p:ph idx="20" type="pic"/>
          </p:nvPr>
        </p:nvSpPr>
        <p:spPr>
          <a:xfrm>
            <a:off x="4113663" y="2926575"/>
            <a:ext cx="900000" cy="900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20" name="Google Shape;120;p15"/>
          <p:cNvSpPr txBox="1"/>
          <p:nvPr>
            <p:ph idx="21" type="title"/>
          </p:nvPr>
        </p:nvSpPr>
        <p:spPr>
          <a:xfrm>
            <a:off x="4113650" y="4203925"/>
            <a:ext cx="900000" cy="19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700"/>
              <a:buFont typeface="Montserrat"/>
              <a:buNone/>
              <a:defRPr sz="7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15"/>
          <p:cNvSpPr txBox="1"/>
          <p:nvPr>
            <p:ph idx="22" type="title"/>
          </p:nvPr>
        </p:nvSpPr>
        <p:spPr>
          <a:xfrm>
            <a:off x="4113675" y="3918450"/>
            <a:ext cx="900000" cy="213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Montserrat"/>
              <a:buNone/>
              <a:defRPr b="1" sz="8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15"/>
          <p:cNvSpPr/>
          <p:nvPr>
            <p:ph idx="23" type="pic"/>
          </p:nvPr>
        </p:nvSpPr>
        <p:spPr>
          <a:xfrm>
            <a:off x="2332375" y="1080000"/>
            <a:ext cx="900000" cy="900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23" name="Google Shape;123;p15"/>
          <p:cNvSpPr txBox="1"/>
          <p:nvPr>
            <p:ph idx="24" type="title"/>
          </p:nvPr>
        </p:nvSpPr>
        <p:spPr>
          <a:xfrm>
            <a:off x="2332363" y="2357350"/>
            <a:ext cx="900000" cy="19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700"/>
              <a:buFont typeface="Montserrat"/>
              <a:buNone/>
              <a:defRPr sz="7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p15"/>
          <p:cNvSpPr txBox="1"/>
          <p:nvPr>
            <p:ph idx="25" type="title"/>
          </p:nvPr>
        </p:nvSpPr>
        <p:spPr>
          <a:xfrm>
            <a:off x="2332388" y="2071875"/>
            <a:ext cx="900000" cy="213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Montserrat"/>
              <a:buNone/>
              <a:defRPr b="1" sz="8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15"/>
          <p:cNvSpPr/>
          <p:nvPr>
            <p:ph idx="26" type="pic"/>
          </p:nvPr>
        </p:nvSpPr>
        <p:spPr>
          <a:xfrm>
            <a:off x="2326850" y="2926575"/>
            <a:ext cx="900000" cy="900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26" name="Google Shape;126;p15"/>
          <p:cNvSpPr txBox="1"/>
          <p:nvPr>
            <p:ph idx="27" type="title"/>
          </p:nvPr>
        </p:nvSpPr>
        <p:spPr>
          <a:xfrm>
            <a:off x="2326838" y="4203925"/>
            <a:ext cx="900000" cy="19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700"/>
              <a:buFont typeface="Montserrat"/>
              <a:buNone/>
              <a:defRPr sz="7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15"/>
          <p:cNvSpPr txBox="1"/>
          <p:nvPr>
            <p:ph idx="28" type="title"/>
          </p:nvPr>
        </p:nvSpPr>
        <p:spPr>
          <a:xfrm>
            <a:off x="2326863" y="3918450"/>
            <a:ext cx="900000" cy="213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Montserrat"/>
              <a:buNone/>
              <a:defRPr b="1" sz="8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15"/>
          <p:cNvSpPr/>
          <p:nvPr>
            <p:ph idx="29" type="pic"/>
          </p:nvPr>
        </p:nvSpPr>
        <p:spPr>
          <a:xfrm>
            <a:off x="5914338" y="1080000"/>
            <a:ext cx="900000" cy="900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29" name="Google Shape;129;p15"/>
          <p:cNvSpPr txBox="1"/>
          <p:nvPr>
            <p:ph idx="30" type="title"/>
          </p:nvPr>
        </p:nvSpPr>
        <p:spPr>
          <a:xfrm>
            <a:off x="5914325" y="2357350"/>
            <a:ext cx="900000" cy="19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700"/>
              <a:buFont typeface="Montserrat"/>
              <a:buNone/>
              <a:defRPr sz="7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15"/>
          <p:cNvSpPr txBox="1"/>
          <p:nvPr>
            <p:ph idx="31" type="title"/>
          </p:nvPr>
        </p:nvSpPr>
        <p:spPr>
          <a:xfrm>
            <a:off x="5914350" y="2071875"/>
            <a:ext cx="900000" cy="213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Montserrat"/>
              <a:buNone/>
              <a:defRPr b="1" sz="8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15"/>
          <p:cNvSpPr/>
          <p:nvPr>
            <p:ph idx="32" type="pic"/>
          </p:nvPr>
        </p:nvSpPr>
        <p:spPr>
          <a:xfrm>
            <a:off x="5908813" y="2926575"/>
            <a:ext cx="900000" cy="900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32" name="Google Shape;132;p15"/>
          <p:cNvSpPr txBox="1"/>
          <p:nvPr>
            <p:ph idx="33" type="title"/>
          </p:nvPr>
        </p:nvSpPr>
        <p:spPr>
          <a:xfrm>
            <a:off x="5908800" y="4203925"/>
            <a:ext cx="900000" cy="19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700"/>
              <a:buFont typeface="Montserrat"/>
              <a:buNone/>
              <a:defRPr sz="7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15"/>
          <p:cNvSpPr txBox="1"/>
          <p:nvPr>
            <p:ph idx="34" type="title"/>
          </p:nvPr>
        </p:nvSpPr>
        <p:spPr>
          <a:xfrm>
            <a:off x="5908825" y="3918450"/>
            <a:ext cx="900000" cy="213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Montserrat"/>
              <a:buNone/>
              <a:defRPr b="1" sz="8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meline - 6 columns">
  <p:cSld name="TITLE_1_1_4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6"/>
          <p:cNvSpPr txBox="1"/>
          <p:nvPr>
            <p:ph type="title"/>
          </p:nvPr>
        </p:nvSpPr>
        <p:spPr>
          <a:xfrm>
            <a:off x="540000" y="360000"/>
            <a:ext cx="8064000" cy="54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Montserrat Medium"/>
              <a:buNone/>
              <a:defRPr b="0" sz="200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16"/>
          <p:cNvSpPr/>
          <p:nvPr/>
        </p:nvSpPr>
        <p:spPr>
          <a:xfrm rot="5400000">
            <a:off x="544800" y="1987125"/>
            <a:ext cx="360000" cy="369600"/>
          </a:xfrm>
          <a:prstGeom prst="ellipse">
            <a:avLst/>
          </a:prstGeom>
          <a:solidFill>
            <a:srgbClr val="FDDA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16"/>
          <p:cNvSpPr/>
          <p:nvPr/>
        </p:nvSpPr>
        <p:spPr>
          <a:xfrm rot="5400000">
            <a:off x="1924275" y="1987138"/>
            <a:ext cx="360000" cy="369600"/>
          </a:xfrm>
          <a:prstGeom prst="ellipse">
            <a:avLst/>
          </a:prstGeom>
          <a:solidFill>
            <a:srgbClr val="FDDA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16"/>
          <p:cNvSpPr/>
          <p:nvPr/>
        </p:nvSpPr>
        <p:spPr>
          <a:xfrm rot="5400000">
            <a:off x="3303750" y="1987125"/>
            <a:ext cx="360000" cy="369600"/>
          </a:xfrm>
          <a:prstGeom prst="ellipse">
            <a:avLst/>
          </a:prstGeom>
          <a:solidFill>
            <a:srgbClr val="FDDA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39" name="Google Shape;139;p16"/>
          <p:cNvCxnSpPr>
            <a:stCxn id="136" idx="0"/>
            <a:endCxn id="137" idx="4"/>
          </p:cNvCxnSpPr>
          <p:nvPr/>
        </p:nvCxnSpPr>
        <p:spPr>
          <a:xfrm>
            <a:off x="909600" y="2171925"/>
            <a:ext cx="1009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0" name="Google Shape;140;p16"/>
          <p:cNvCxnSpPr>
            <a:stCxn id="137" idx="0"/>
            <a:endCxn id="138" idx="4"/>
          </p:cNvCxnSpPr>
          <p:nvPr/>
        </p:nvCxnSpPr>
        <p:spPr>
          <a:xfrm>
            <a:off x="2289075" y="2171938"/>
            <a:ext cx="1009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1" name="Google Shape;141;p16"/>
          <p:cNvCxnSpPr>
            <a:stCxn id="138" idx="0"/>
            <a:endCxn id="142" idx="4"/>
          </p:cNvCxnSpPr>
          <p:nvPr/>
        </p:nvCxnSpPr>
        <p:spPr>
          <a:xfrm>
            <a:off x="3668550" y="2171925"/>
            <a:ext cx="1009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3" name="Google Shape;143;p16"/>
          <p:cNvCxnSpPr>
            <a:stCxn id="142" idx="0"/>
            <a:endCxn id="144" idx="4"/>
          </p:cNvCxnSpPr>
          <p:nvPr/>
        </p:nvCxnSpPr>
        <p:spPr>
          <a:xfrm>
            <a:off x="5048025" y="2171938"/>
            <a:ext cx="1009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5" name="Google Shape;145;p16"/>
          <p:cNvCxnSpPr>
            <a:stCxn id="144" idx="0"/>
            <a:endCxn id="146" idx="4"/>
          </p:cNvCxnSpPr>
          <p:nvPr/>
        </p:nvCxnSpPr>
        <p:spPr>
          <a:xfrm>
            <a:off x="6427575" y="2172000"/>
            <a:ext cx="1009800" cy="6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7" name="Google Shape;147;p16"/>
          <p:cNvCxnSpPr>
            <a:stCxn id="146" idx="0"/>
          </p:cNvCxnSpPr>
          <p:nvPr/>
        </p:nvCxnSpPr>
        <p:spPr>
          <a:xfrm>
            <a:off x="7806975" y="2178600"/>
            <a:ext cx="831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8" name="Google Shape;148;p16"/>
          <p:cNvSpPr txBox="1"/>
          <p:nvPr>
            <p:ph idx="1" type="body"/>
          </p:nvPr>
        </p:nvSpPr>
        <p:spPr>
          <a:xfrm>
            <a:off x="540350" y="2695425"/>
            <a:ext cx="1166400" cy="185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149" name="Google Shape;149;p16"/>
          <p:cNvSpPr txBox="1"/>
          <p:nvPr>
            <p:ph idx="2" type="body"/>
          </p:nvPr>
        </p:nvSpPr>
        <p:spPr>
          <a:xfrm>
            <a:off x="1919650" y="2695475"/>
            <a:ext cx="1166400" cy="185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150" name="Google Shape;150;p16"/>
          <p:cNvSpPr txBox="1"/>
          <p:nvPr>
            <p:ph idx="3" type="body"/>
          </p:nvPr>
        </p:nvSpPr>
        <p:spPr>
          <a:xfrm>
            <a:off x="3299075" y="2695413"/>
            <a:ext cx="1166400" cy="185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151" name="Google Shape;151;p16"/>
          <p:cNvSpPr txBox="1"/>
          <p:nvPr>
            <p:ph idx="4" type="title"/>
          </p:nvPr>
        </p:nvSpPr>
        <p:spPr>
          <a:xfrm>
            <a:off x="540325" y="1481013"/>
            <a:ext cx="1166400" cy="1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2" name="Google Shape;152;p16"/>
          <p:cNvSpPr txBox="1"/>
          <p:nvPr>
            <p:ph idx="5" type="title"/>
          </p:nvPr>
        </p:nvSpPr>
        <p:spPr>
          <a:xfrm>
            <a:off x="1919625" y="1481013"/>
            <a:ext cx="1166400" cy="1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3" name="Google Shape;153;p16"/>
          <p:cNvSpPr txBox="1"/>
          <p:nvPr>
            <p:ph idx="6" type="title"/>
          </p:nvPr>
        </p:nvSpPr>
        <p:spPr>
          <a:xfrm>
            <a:off x="3299075" y="1481013"/>
            <a:ext cx="1166400" cy="1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4" name="Google Shape;154;p16"/>
          <p:cNvSpPr txBox="1"/>
          <p:nvPr>
            <p:ph idx="7" type="title"/>
          </p:nvPr>
        </p:nvSpPr>
        <p:spPr>
          <a:xfrm>
            <a:off x="540350" y="1260000"/>
            <a:ext cx="1166400" cy="1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Montserrat"/>
              <a:buNone/>
              <a:defRPr b="1" sz="11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55" name="Google Shape;155;p16"/>
          <p:cNvSpPr txBox="1"/>
          <p:nvPr>
            <p:ph idx="8" type="title"/>
          </p:nvPr>
        </p:nvSpPr>
        <p:spPr>
          <a:xfrm>
            <a:off x="1919650" y="1260000"/>
            <a:ext cx="1166400" cy="1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Montserrat"/>
              <a:buNone/>
              <a:defRPr b="1" sz="11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56" name="Google Shape;156;p16"/>
          <p:cNvSpPr txBox="1"/>
          <p:nvPr>
            <p:ph idx="9" type="title"/>
          </p:nvPr>
        </p:nvSpPr>
        <p:spPr>
          <a:xfrm>
            <a:off x="3299100" y="1260000"/>
            <a:ext cx="1166400" cy="1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Montserrat"/>
              <a:buNone/>
              <a:defRPr b="1" sz="11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57" name="Google Shape;157;p16"/>
          <p:cNvSpPr/>
          <p:nvPr/>
        </p:nvSpPr>
        <p:spPr>
          <a:xfrm rot="5400000">
            <a:off x="4683225" y="1987125"/>
            <a:ext cx="360000" cy="369600"/>
          </a:xfrm>
          <a:prstGeom prst="ellipse">
            <a:avLst/>
          </a:prstGeom>
          <a:solidFill>
            <a:srgbClr val="FDDA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16"/>
          <p:cNvSpPr txBox="1"/>
          <p:nvPr>
            <p:ph idx="13" type="body"/>
          </p:nvPr>
        </p:nvSpPr>
        <p:spPr>
          <a:xfrm>
            <a:off x="4678550" y="2695413"/>
            <a:ext cx="1166400" cy="185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159" name="Google Shape;159;p16"/>
          <p:cNvSpPr txBox="1"/>
          <p:nvPr>
            <p:ph idx="14" type="title"/>
          </p:nvPr>
        </p:nvSpPr>
        <p:spPr>
          <a:xfrm>
            <a:off x="4678550" y="1481013"/>
            <a:ext cx="1166400" cy="1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0" name="Google Shape;160;p16"/>
          <p:cNvSpPr txBox="1"/>
          <p:nvPr>
            <p:ph idx="15" type="title"/>
          </p:nvPr>
        </p:nvSpPr>
        <p:spPr>
          <a:xfrm>
            <a:off x="4678575" y="1260000"/>
            <a:ext cx="1166400" cy="1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Montserrat"/>
              <a:buNone/>
              <a:defRPr b="1" sz="11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61" name="Google Shape;161;p16"/>
          <p:cNvSpPr/>
          <p:nvPr/>
        </p:nvSpPr>
        <p:spPr>
          <a:xfrm rot="5400000">
            <a:off x="6062700" y="1987125"/>
            <a:ext cx="360000" cy="369600"/>
          </a:xfrm>
          <a:prstGeom prst="ellipse">
            <a:avLst/>
          </a:prstGeom>
          <a:solidFill>
            <a:srgbClr val="FDDA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6"/>
          <p:cNvSpPr txBox="1"/>
          <p:nvPr>
            <p:ph idx="16" type="body"/>
          </p:nvPr>
        </p:nvSpPr>
        <p:spPr>
          <a:xfrm>
            <a:off x="6058025" y="2695413"/>
            <a:ext cx="1166400" cy="185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163" name="Google Shape;163;p16"/>
          <p:cNvSpPr txBox="1"/>
          <p:nvPr>
            <p:ph idx="17" type="title"/>
          </p:nvPr>
        </p:nvSpPr>
        <p:spPr>
          <a:xfrm>
            <a:off x="6058025" y="1481013"/>
            <a:ext cx="1166400" cy="1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4" name="Google Shape;164;p16"/>
          <p:cNvSpPr txBox="1"/>
          <p:nvPr>
            <p:ph idx="18" type="title"/>
          </p:nvPr>
        </p:nvSpPr>
        <p:spPr>
          <a:xfrm>
            <a:off x="6058050" y="1260000"/>
            <a:ext cx="1166400" cy="1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Montserrat"/>
              <a:buNone/>
              <a:defRPr b="1" sz="11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65" name="Google Shape;165;p16"/>
          <p:cNvSpPr/>
          <p:nvPr/>
        </p:nvSpPr>
        <p:spPr>
          <a:xfrm rot="5400000">
            <a:off x="7442250" y="1987125"/>
            <a:ext cx="360000" cy="369600"/>
          </a:xfrm>
          <a:prstGeom prst="ellipse">
            <a:avLst/>
          </a:prstGeom>
          <a:solidFill>
            <a:srgbClr val="FDDA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6"/>
          <p:cNvSpPr txBox="1"/>
          <p:nvPr>
            <p:ph idx="19" type="body"/>
          </p:nvPr>
        </p:nvSpPr>
        <p:spPr>
          <a:xfrm>
            <a:off x="7437575" y="2695413"/>
            <a:ext cx="1166400" cy="185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167" name="Google Shape;167;p16"/>
          <p:cNvSpPr txBox="1"/>
          <p:nvPr>
            <p:ph idx="20" type="title"/>
          </p:nvPr>
        </p:nvSpPr>
        <p:spPr>
          <a:xfrm>
            <a:off x="7437575" y="1481013"/>
            <a:ext cx="1166400" cy="1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8" name="Google Shape;168;p16"/>
          <p:cNvSpPr txBox="1"/>
          <p:nvPr>
            <p:ph idx="21" type="title"/>
          </p:nvPr>
        </p:nvSpPr>
        <p:spPr>
          <a:xfrm>
            <a:off x="7437600" y="1260000"/>
            <a:ext cx="1166400" cy="1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Montserrat"/>
              <a:buNone/>
              <a:defRPr b="1" sz="11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meline - 5 columns">
  <p:cSld name="TITLE_1_1_4_1"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7"/>
          <p:cNvSpPr txBox="1"/>
          <p:nvPr>
            <p:ph type="title"/>
          </p:nvPr>
        </p:nvSpPr>
        <p:spPr>
          <a:xfrm>
            <a:off x="540000" y="360000"/>
            <a:ext cx="8064000" cy="54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Montserrat Medium"/>
              <a:buNone/>
              <a:defRPr b="0" sz="200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1" name="Google Shape;171;p17"/>
          <p:cNvSpPr/>
          <p:nvPr/>
        </p:nvSpPr>
        <p:spPr>
          <a:xfrm rot="5400000">
            <a:off x="544800" y="1987125"/>
            <a:ext cx="360000" cy="369600"/>
          </a:xfrm>
          <a:prstGeom prst="ellipse">
            <a:avLst/>
          </a:prstGeom>
          <a:solidFill>
            <a:srgbClr val="FDDA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17"/>
          <p:cNvSpPr/>
          <p:nvPr/>
        </p:nvSpPr>
        <p:spPr>
          <a:xfrm rot="5400000">
            <a:off x="2208950" y="1987113"/>
            <a:ext cx="360000" cy="369600"/>
          </a:xfrm>
          <a:prstGeom prst="ellipse">
            <a:avLst/>
          </a:prstGeom>
          <a:solidFill>
            <a:srgbClr val="FDDA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17"/>
          <p:cNvSpPr/>
          <p:nvPr/>
        </p:nvSpPr>
        <p:spPr>
          <a:xfrm rot="5400000">
            <a:off x="3873100" y="1987125"/>
            <a:ext cx="360000" cy="369600"/>
          </a:xfrm>
          <a:prstGeom prst="ellipse">
            <a:avLst/>
          </a:prstGeom>
          <a:solidFill>
            <a:srgbClr val="FDDA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74" name="Google Shape;174;p17"/>
          <p:cNvCxnSpPr>
            <a:stCxn id="171" idx="0"/>
            <a:endCxn id="172" idx="4"/>
          </p:cNvCxnSpPr>
          <p:nvPr/>
        </p:nvCxnSpPr>
        <p:spPr>
          <a:xfrm>
            <a:off x="909600" y="2171925"/>
            <a:ext cx="12945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5" name="Google Shape;175;p17"/>
          <p:cNvCxnSpPr>
            <a:stCxn id="172" idx="0"/>
            <a:endCxn id="173" idx="4"/>
          </p:cNvCxnSpPr>
          <p:nvPr/>
        </p:nvCxnSpPr>
        <p:spPr>
          <a:xfrm>
            <a:off x="2573750" y="2171913"/>
            <a:ext cx="12945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6" name="Google Shape;176;p17"/>
          <p:cNvCxnSpPr>
            <a:stCxn id="173" idx="0"/>
          </p:cNvCxnSpPr>
          <p:nvPr/>
        </p:nvCxnSpPr>
        <p:spPr>
          <a:xfrm>
            <a:off x="4237900" y="2171925"/>
            <a:ext cx="12945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7" name="Google Shape;177;p17"/>
          <p:cNvCxnSpPr>
            <a:stCxn id="178" idx="0"/>
            <a:endCxn id="179" idx="4"/>
          </p:cNvCxnSpPr>
          <p:nvPr/>
        </p:nvCxnSpPr>
        <p:spPr>
          <a:xfrm>
            <a:off x="5902050" y="2171925"/>
            <a:ext cx="12945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0" name="Google Shape;180;p17"/>
          <p:cNvCxnSpPr>
            <a:stCxn id="179" idx="0"/>
          </p:cNvCxnSpPr>
          <p:nvPr/>
        </p:nvCxnSpPr>
        <p:spPr>
          <a:xfrm>
            <a:off x="7566200" y="2171925"/>
            <a:ext cx="1071900" cy="6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81" name="Google Shape;181;p17"/>
          <p:cNvSpPr txBox="1"/>
          <p:nvPr>
            <p:ph idx="1" type="body"/>
          </p:nvPr>
        </p:nvSpPr>
        <p:spPr>
          <a:xfrm>
            <a:off x="540030" y="2695475"/>
            <a:ext cx="1407000" cy="185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182" name="Google Shape;182;p17"/>
          <p:cNvSpPr txBox="1"/>
          <p:nvPr>
            <p:ph idx="2" type="body"/>
          </p:nvPr>
        </p:nvSpPr>
        <p:spPr>
          <a:xfrm>
            <a:off x="2204162" y="2695413"/>
            <a:ext cx="1407000" cy="185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183" name="Google Shape;183;p17"/>
          <p:cNvSpPr txBox="1"/>
          <p:nvPr>
            <p:ph idx="3" type="title"/>
          </p:nvPr>
        </p:nvSpPr>
        <p:spPr>
          <a:xfrm>
            <a:off x="540000" y="1481013"/>
            <a:ext cx="1407000" cy="1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4" name="Google Shape;184;p17"/>
          <p:cNvSpPr txBox="1"/>
          <p:nvPr>
            <p:ph idx="4" type="title"/>
          </p:nvPr>
        </p:nvSpPr>
        <p:spPr>
          <a:xfrm>
            <a:off x="2204162" y="1481013"/>
            <a:ext cx="1407000" cy="1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5" name="Google Shape;185;p17"/>
          <p:cNvSpPr txBox="1"/>
          <p:nvPr>
            <p:ph idx="5" type="title"/>
          </p:nvPr>
        </p:nvSpPr>
        <p:spPr>
          <a:xfrm>
            <a:off x="540030" y="1260000"/>
            <a:ext cx="1407000" cy="1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Montserrat"/>
              <a:buNone/>
              <a:defRPr b="1" sz="11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86" name="Google Shape;186;p17"/>
          <p:cNvSpPr txBox="1"/>
          <p:nvPr>
            <p:ph idx="6" type="title"/>
          </p:nvPr>
        </p:nvSpPr>
        <p:spPr>
          <a:xfrm>
            <a:off x="2204192" y="1260000"/>
            <a:ext cx="1407000" cy="1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Montserrat"/>
              <a:buNone/>
              <a:defRPr b="1" sz="11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87" name="Google Shape;187;p17"/>
          <p:cNvSpPr txBox="1"/>
          <p:nvPr>
            <p:ph idx="7" type="body"/>
          </p:nvPr>
        </p:nvSpPr>
        <p:spPr>
          <a:xfrm>
            <a:off x="3868355" y="2695413"/>
            <a:ext cx="1407000" cy="185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188" name="Google Shape;188;p17"/>
          <p:cNvSpPr txBox="1"/>
          <p:nvPr>
            <p:ph idx="8" type="title"/>
          </p:nvPr>
        </p:nvSpPr>
        <p:spPr>
          <a:xfrm>
            <a:off x="3868355" y="1481013"/>
            <a:ext cx="1407000" cy="1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9" name="Google Shape;189;p17"/>
          <p:cNvSpPr txBox="1"/>
          <p:nvPr>
            <p:ph idx="9" type="title"/>
          </p:nvPr>
        </p:nvSpPr>
        <p:spPr>
          <a:xfrm>
            <a:off x="3868385" y="1260000"/>
            <a:ext cx="1407000" cy="1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Montserrat"/>
              <a:buNone/>
              <a:defRPr b="1" sz="11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78" name="Google Shape;178;p17"/>
          <p:cNvSpPr/>
          <p:nvPr/>
        </p:nvSpPr>
        <p:spPr>
          <a:xfrm rot="5400000">
            <a:off x="5537250" y="1987125"/>
            <a:ext cx="360000" cy="369600"/>
          </a:xfrm>
          <a:prstGeom prst="ellipse">
            <a:avLst/>
          </a:prstGeom>
          <a:solidFill>
            <a:srgbClr val="FDDA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17"/>
          <p:cNvSpPr txBox="1"/>
          <p:nvPr>
            <p:ph idx="13" type="body"/>
          </p:nvPr>
        </p:nvSpPr>
        <p:spPr>
          <a:xfrm>
            <a:off x="5532547" y="2695413"/>
            <a:ext cx="1407000" cy="185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191" name="Google Shape;191;p17"/>
          <p:cNvSpPr txBox="1"/>
          <p:nvPr>
            <p:ph idx="14" type="title"/>
          </p:nvPr>
        </p:nvSpPr>
        <p:spPr>
          <a:xfrm>
            <a:off x="5532547" y="1481013"/>
            <a:ext cx="1407000" cy="1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2" name="Google Shape;192;p17"/>
          <p:cNvSpPr txBox="1"/>
          <p:nvPr>
            <p:ph idx="15" type="title"/>
          </p:nvPr>
        </p:nvSpPr>
        <p:spPr>
          <a:xfrm>
            <a:off x="5532577" y="1260000"/>
            <a:ext cx="1407000" cy="1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Montserrat"/>
              <a:buNone/>
              <a:defRPr b="1" sz="11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79" name="Google Shape;179;p17"/>
          <p:cNvSpPr/>
          <p:nvPr/>
        </p:nvSpPr>
        <p:spPr>
          <a:xfrm rot="5400000">
            <a:off x="7201400" y="1987125"/>
            <a:ext cx="360000" cy="369600"/>
          </a:xfrm>
          <a:prstGeom prst="ellipse">
            <a:avLst/>
          </a:prstGeom>
          <a:solidFill>
            <a:srgbClr val="FDDA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17"/>
          <p:cNvSpPr txBox="1"/>
          <p:nvPr>
            <p:ph idx="16" type="body"/>
          </p:nvPr>
        </p:nvSpPr>
        <p:spPr>
          <a:xfrm>
            <a:off x="7196830" y="2695413"/>
            <a:ext cx="1407000" cy="185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194" name="Google Shape;194;p17"/>
          <p:cNvSpPr txBox="1"/>
          <p:nvPr>
            <p:ph idx="17" type="title"/>
          </p:nvPr>
        </p:nvSpPr>
        <p:spPr>
          <a:xfrm>
            <a:off x="7196830" y="1481013"/>
            <a:ext cx="1407000" cy="1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5" name="Google Shape;195;p17"/>
          <p:cNvSpPr txBox="1"/>
          <p:nvPr>
            <p:ph idx="18" type="title"/>
          </p:nvPr>
        </p:nvSpPr>
        <p:spPr>
          <a:xfrm>
            <a:off x="7196860" y="1260000"/>
            <a:ext cx="1407000" cy="1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Montserrat"/>
              <a:buNone/>
              <a:defRPr b="1" sz="11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meline - 4 columns">
  <p:cSld name="TITLE_1_1_4_1_1"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8"/>
          <p:cNvSpPr txBox="1"/>
          <p:nvPr>
            <p:ph type="title"/>
          </p:nvPr>
        </p:nvSpPr>
        <p:spPr>
          <a:xfrm>
            <a:off x="540000" y="360000"/>
            <a:ext cx="8064000" cy="54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Montserrat Medium"/>
              <a:buNone/>
              <a:defRPr b="0" sz="200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8" name="Google Shape;198;p18"/>
          <p:cNvSpPr/>
          <p:nvPr/>
        </p:nvSpPr>
        <p:spPr>
          <a:xfrm rot="5400000">
            <a:off x="544800" y="1987125"/>
            <a:ext cx="360000" cy="369600"/>
          </a:xfrm>
          <a:prstGeom prst="ellipse">
            <a:avLst/>
          </a:prstGeom>
          <a:solidFill>
            <a:srgbClr val="FDDA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18"/>
          <p:cNvSpPr/>
          <p:nvPr/>
        </p:nvSpPr>
        <p:spPr>
          <a:xfrm rot="5400000">
            <a:off x="2641825" y="1987113"/>
            <a:ext cx="360000" cy="369600"/>
          </a:xfrm>
          <a:prstGeom prst="ellipse">
            <a:avLst/>
          </a:prstGeom>
          <a:solidFill>
            <a:srgbClr val="FDDA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8"/>
          <p:cNvSpPr/>
          <p:nvPr/>
        </p:nvSpPr>
        <p:spPr>
          <a:xfrm rot="5400000">
            <a:off x="4738850" y="1987125"/>
            <a:ext cx="360000" cy="369600"/>
          </a:xfrm>
          <a:prstGeom prst="ellipse">
            <a:avLst/>
          </a:prstGeom>
          <a:solidFill>
            <a:srgbClr val="FDDA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01" name="Google Shape;201;p18"/>
          <p:cNvCxnSpPr>
            <a:stCxn id="198" idx="0"/>
            <a:endCxn id="199" idx="4"/>
          </p:cNvCxnSpPr>
          <p:nvPr/>
        </p:nvCxnSpPr>
        <p:spPr>
          <a:xfrm>
            <a:off x="909600" y="2171925"/>
            <a:ext cx="1727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2" name="Google Shape;202;p18"/>
          <p:cNvCxnSpPr>
            <a:stCxn id="199" idx="0"/>
            <a:endCxn id="200" idx="4"/>
          </p:cNvCxnSpPr>
          <p:nvPr/>
        </p:nvCxnSpPr>
        <p:spPr>
          <a:xfrm>
            <a:off x="3006625" y="2171913"/>
            <a:ext cx="1727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3" name="Google Shape;203;p18"/>
          <p:cNvCxnSpPr>
            <a:stCxn id="200" idx="0"/>
            <a:endCxn id="204" idx="4"/>
          </p:cNvCxnSpPr>
          <p:nvPr/>
        </p:nvCxnSpPr>
        <p:spPr>
          <a:xfrm>
            <a:off x="5103650" y="2171925"/>
            <a:ext cx="1727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5" name="Google Shape;205;p18"/>
          <p:cNvCxnSpPr>
            <a:stCxn id="204" idx="0"/>
            <a:endCxn id="206" idx="4"/>
          </p:cNvCxnSpPr>
          <p:nvPr/>
        </p:nvCxnSpPr>
        <p:spPr>
          <a:xfrm>
            <a:off x="7200675" y="2171925"/>
            <a:ext cx="12945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7" name="Google Shape;207;p18"/>
          <p:cNvCxnSpPr>
            <a:stCxn id="206" idx="0"/>
          </p:cNvCxnSpPr>
          <p:nvPr/>
        </p:nvCxnSpPr>
        <p:spPr>
          <a:xfrm>
            <a:off x="7566200" y="2171925"/>
            <a:ext cx="1071900" cy="6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08" name="Google Shape;208;p18"/>
          <p:cNvSpPr txBox="1"/>
          <p:nvPr>
            <p:ph idx="1" type="body"/>
          </p:nvPr>
        </p:nvSpPr>
        <p:spPr>
          <a:xfrm>
            <a:off x="540038" y="2695475"/>
            <a:ext cx="1773000" cy="185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209" name="Google Shape;209;p18"/>
          <p:cNvSpPr txBox="1"/>
          <p:nvPr>
            <p:ph idx="2" type="body"/>
          </p:nvPr>
        </p:nvSpPr>
        <p:spPr>
          <a:xfrm>
            <a:off x="2636983" y="2695413"/>
            <a:ext cx="1773000" cy="185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210" name="Google Shape;210;p18"/>
          <p:cNvSpPr txBox="1"/>
          <p:nvPr>
            <p:ph idx="3" type="title"/>
          </p:nvPr>
        </p:nvSpPr>
        <p:spPr>
          <a:xfrm>
            <a:off x="540000" y="1481013"/>
            <a:ext cx="1773000" cy="1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1" name="Google Shape;211;p18"/>
          <p:cNvSpPr txBox="1"/>
          <p:nvPr>
            <p:ph idx="4" type="title"/>
          </p:nvPr>
        </p:nvSpPr>
        <p:spPr>
          <a:xfrm>
            <a:off x="2636983" y="1481013"/>
            <a:ext cx="1773000" cy="1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2" name="Google Shape;212;p18"/>
          <p:cNvSpPr txBox="1"/>
          <p:nvPr>
            <p:ph idx="5" type="title"/>
          </p:nvPr>
        </p:nvSpPr>
        <p:spPr>
          <a:xfrm>
            <a:off x="540038" y="1260000"/>
            <a:ext cx="1773000" cy="1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Montserrat"/>
              <a:buNone/>
              <a:defRPr b="1" sz="11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13" name="Google Shape;213;p18"/>
          <p:cNvSpPr txBox="1"/>
          <p:nvPr>
            <p:ph idx="6" type="title"/>
          </p:nvPr>
        </p:nvSpPr>
        <p:spPr>
          <a:xfrm>
            <a:off x="2637021" y="1260000"/>
            <a:ext cx="1773000" cy="1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Montserrat"/>
              <a:buNone/>
              <a:defRPr b="1" sz="11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14" name="Google Shape;214;p18"/>
          <p:cNvSpPr txBox="1"/>
          <p:nvPr>
            <p:ph idx="7" type="body"/>
          </p:nvPr>
        </p:nvSpPr>
        <p:spPr>
          <a:xfrm>
            <a:off x="4734004" y="2695413"/>
            <a:ext cx="1773000" cy="185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215" name="Google Shape;215;p18"/>
          <p:cNvSpPr txBox="1"/>
          <p:nvPr>
            <p:ph idx="8" type="title"/>
          </p:nvPr>
        </p:nvSpPr>
        <p:spPr>
          <a:xfrm>
            <a:off x="4734004" y="1481013"/>
            <a:ext cx="1773000" cy="1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6" name="Google Shape;216;p18"/>
          <p:cNvSpPr txBox="1"/>
          <p:nvPr>
            <p:ph idx="9" type="title"/>
          </p:nvPr>
        </p:nvSpPr>
        <p:spPr>
          <a:xfrm>
            <a:off x="4734042" y="1260000"/>
            <a:ext cx="1773000" cy="1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Montserrat"/>
              <a:buNone/>
              <a:defRPr b="1" sz="11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04" name="Google Shape;204;p18"/>
          <p:cNvSpPr/>
          <p:nvPr/>
        </p:nvSpPr>
        <p:spPr>
          <a:xfrm rot="5400000">
            <a:off x="6835875" y="1987125"/>
            <a:ext cx="360000" cy="369600"/>
          </a:xfrm>
          <a:prstGeom prst="ellipse">
            <a:avLst/>
          </a:prstGeom>
          <a:solidFill>
            <a:srgbClr val="FDDA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8"/>
          <p:cNvSpPr txBox="1"/>
          <p:nvPr>
            <p:ph idx="13" type="body"/>
          </p:nvPr>
        </p:nvSpPr>
        <p:spPr>
          <a:xfrm>
            <a:off x="6831025" y="2695413"/>
            <a:ext cx="1773000" cy="185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 rtl="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 rtl="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218" name="Google Shape;218;p18"/>
          <p:cNvSpPr txBox="1"/>
          <p:nvPr>
            <p:ph idx="14" type="title"/>
          </p:nvPr>
        </p:nvSpPr>
        <p:spPr>
          <a:xfrm>
            <a:off x="6831025" y="1481013"/>
            <a:ext cx="1773000" cy="1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9" name="Google Shape;219;p18"/>
          <p:cNvSpPr txBox="1"/>
          <p:nvPr>
            <p:ph idx="15" type="title"/>
          </p:nvPr>
        </p:nvSpPr>
        <p:spPr>
          <a:xfrm>
            <a:off x="6831063" y="1260000"/>
            <a:ext cx="1773000" cy="1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Montserrat"/>
              <a:buNone/>
              <a:defRPr b="1" sz="11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ccess story with highlights">
  <p:cSld name="TITLE_1_1_3"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9"/>
          <p:cNvSpPr/>
          <p:nvPr/>
        </p:nvSpPr>
        <p:spPr>
          <a:xfrm>
            <a:off x="3546700" y="3594000"/>
            <a:ext cx="4882500" cy="1017300"/>
          </a:xfrm>
          <a:prstGeom prst="rect">
            <a:avLst/>
          </a:prstGeom>
          <a:solidFill>
            <a:srgbClr val="EFEA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9"/>
          <p:cNvSpPr/>
          <p:nvPr>
            <p:ph idx="2" type="pic"/>
          </p:nvPr>
        </p:nvSpPr>
        <p:spPr>
          <a:xfrm>
            <a:off x="-702000" y="-1508400"/>
            <a:ext cx="3556800" cy="3556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23" name="Google Shape;223;p19"/>
          <p:cNvSpPr txBox="1"/>
          <p:nvPr>
            <p:ph type="title"/>
          </p:nvPr>
        </p:nvSpPr>
        <p:spPr>
          <a:xfrm>
            <a:off x="3541265" y="545000"/>
            <a:ext cx="4882500" cy="20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Montserrat"/>
              <a:buNone/>
              <a:defRPr b="1" sz="10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4" name="Google Shape;224;p19"/>
          <p:cNvSpPr txBox="1"/>
          <p:nvPr>
            <p:ph idx="1" type="body"/>
          </p:nvPr>
        </p:nvSpPr>
        <p:spPr>
          <a:xfrm>
            <a:off x="3547200" y="790175"/>
            <a:ext cx="4881600" cy="60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rtl="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 rtl="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 rtl="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 rtl="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 rtl="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 rtl="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 rtl="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 rtl="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 rtl="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225" name="Google Shape;225;p19"/>
          <p:cNvSpPr txBox="1"/>
          <p:nvPr>
            <p:ph idx="3" type="title"/>
          </p:nvPr>
        </p:nvSpPr>
        <p:spPr>
          <a:xfrm>
            <a:off x="3544227" y="1535600"/>
            <a:ext cx="4882500" cy="20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Montserrat"/>
              <a:buNone/>
              <a:defRPr b="1" sz="10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6" name="Google Shape;226;p19"/>
          <p:cNvSpPr txBox="1"/>
          <p:nvPr>
            <p:ph idx="4" type="body"/>
          </p:nvPr>
        </p:nvSpPr>
        <p:spPr>
          <a:xfrm>
            <a:off x="3550163" y="1780775"/>
            <a:ext cx="4881600" cy="60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rtl="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 rtl="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 rtl="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 rtl="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 rtl="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 rtl="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 rtl="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 rtl="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 rtl="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227" name="Google Shape;227;p19"/>
          <p:cNvSpPr txBox="1"/>
          <p:nvPr>
            <p:ph idx="5" type="title"/>
          </p:nvPr>
        </p:nvSpPr>
        <p:spPr>
          <a:xfrm>
            <a:off x="3544177" y="2526200"/>
            <a:ext cx="4882500" cy="20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Montserrat"/>
              <a:buNone/>
              <a:defRPr b="1" sz="10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8" name="Google Shape;228;p19"/>
          <p:cNvSpPr txBox="1"/>
          <p:nvPr>
            <p:ph idx="6" type="body"/>
          </p:nvPr>
        </p:nvSpPr>
        <p:spPr>
          <a:xfrm>
            <a:off x="3550113" y="2771375"/>
            <a:ext cx="4881600" cy="60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rtl="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 rtl="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 rtl="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 rtl="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 rtl="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 rtl="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 rtl="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 rtl="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 rtl="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229" name="Google Shape;229;p19"/>
          <p:cNvSpPr txBox="1"/>
          <p:nvPr>
            <p:ph idx="7" type="body"/>
          </p:nvPr>
        </p:nvSpPr>
        <p:spPr>
          <a:xfrm>
            <a:off x="3708300" y="3710250"/>
            <a:ext cx="1292400" cy="784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Font typeface="Montserrat Medium"/>
              <a:buChar char="●"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Font typeface="Montserrat Medium"/>
              <a:buChar char="○"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Font typeface="Montserrat Medium"/>
              <a:buChar char="■"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Font typeface="Montserrat Medium"/>
              <a:buChar char="●"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Font typeface="Montserrat Medium"/>
              <a:buChar char="○"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Font typeface="Montserrat Medium"/>
              <a:buChar char="■"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Font typeface="Montserrat Medium"/>
              <a:buChar char="●"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Font typeface="Montserrat Medium"/>
              <a:buChar char="○"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Font typeface="Montserrat Medium"/>
              <a:buChar char="■"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230" name="Google Shape;230;p19"/>
          <p:cNvSpPr txBox="1"/>
          <p:nvPr>
            <p:ph idx="8" type="body"/>
          </p:nvPr>
        </p:nvSpPr>
        <p:spPr>
          <a:xfrm>
            <a:off x="5336338" y="3710250"/>
            <a:ext cx="1292400" cy="784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Font typeface="Montserrat Medium"/>
              <a:buChar char="●"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Font typeface="Montserrat Medium"/>
              <a:buChar char="○"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Font typeface="Montserrat Medium"/>
              <a:buChar char="■"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Font typeface="Montserrat Medium"/>
              <a:buChar char="●"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Font typeface="Montserrat Medium"/>
              <a:buChar char="○"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Font typeface="Montserrat Medium"/>
              <a:buChar char="■"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Font typeface="Montserrat Medium"/>
              <a:buChar char="●"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Font typeface="Montserrat Medium"/>
              <a:buChar char="○"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Font typeface="Montserrat Medium"/>
              <a:buChar char="■"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231" name="Google Shape;231;p19"/>
          <p:cNvSpPr txBox="1"/>
          <p:nvPr>
            <p:ph idx="9" type="body"/>
          </p:nvPr>
        </p:nvSpPr>
        <p:spPr>
          <a:xfrm>
            <a:off x="6964338" y="3710250"/>
            <a:ext cx="1292400" cy="784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Font typeface="Montserrat Medium"/>
              <a:buChar char="●"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Font typeface="Montserrat Medium"/>
              <a:buChar char="○"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Font typeface="Montserrat Medium"/>
              <a:buChar char="■"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Font typeface="Montserrat Medium"/>
              <a:buChar char="●"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Font typeface="Montserrat Medium"/>
              <a:buChar char="○"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Font typeface="Montserrat Medium"/>
              <a:buChar char="■"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Font typeface="Montserrat Medium"/>
              <a:buChar char="●"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Font typeface="Montserrat Medium"/>
              <a:buChar char="○"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Font typeface="Montserrat Medium"/>
              <a:buChar char="■"/>
              <a:defRPr sz="1200"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232" name="Google Shape;232;p19"/>
          <p:cNvSpPr txBox="1"/>
          <p:nvPr>
            <p:ph idx="13" type="subTitle"/>
          </p:nvPr>
        </p:nvSpPr>
        <p:spPr>
          <a:xfrm>
            <a:off x="961025" y="2647825"/>
            <a:ext cx="1893600" cy="77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 Medium"/>
              <a:buNone/>
              <a:defRPr sz="110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9pPr>
          </a:lstStyle>
          <a:p/>
        </p:txBody>
      </p:sp>
      <p:sp>
        <p:nvSpPr>
          <p:cNvPr id="233" name="Google Shape;233;p19"/>
          <p:cNvSpPr txBox="1"/>
          <p:nvPr>
            <p:ph idx="14" type="title"/>
          </p:nvPr>
        </p:nvSpPr>
        <p:spPr>
          <a:xfrm>
            <a:off x="961025" y="2286575"/>
            <a:ext cx="1893600" cy="23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Font typeface="Montserrat"/>
              <a:buNone/>
              <a:defRPr b="1" sz="16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ccess story with quote">
  <p:cSld name="TITLE_1_1_3_1"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0"/>
          <p:cNvSpPr/>
          <p:nvPr/>
        </p:nvSpPr>
        <p:spPr>
          <a:xfrm>
            <a:off x="3546700" y="3594000"/>
            <a:ext cx="4882500" cy="1017300"/>
          </a:xfrm>
          <a:prstGeom prst="rect">
            <a:avLst/>
          </a:prstGeom>
          <a:solidFill>
            <a:srgbClr val="EFEA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20"/>
          <p:cNvSpPr/>
          <p:nvPr>
            <p:ph idx="2" type="pic"/>
          </p:nvPr>
        </p:nvSpPr>
        <p:spPr>
          <a:xfrm>
            <a:off x="-702000" y="-1508400"/>
            <a:ext cx="3556800" cy="3556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37" name="Google Shape;237;p20"/>
          <p:cNvSpPr txBox="1"/>
          <p:nvPr>
            <p:ph type="title"/>
          </p:nvPr>
        </p:nvSpPr>
        <p:spPr>
          <a:xfrm>
            <a:off x="3541265" y="545000"/>
            <a:ext cx="4882500" cy="20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Montserrat"/>
              <a:buNone/>
              <a:defRPr b="1" sz="10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8" name="Google Shape;238;p20"/>
          <p:cNvSpPr txBox="1"/>
          <p:nvPr>
            <p:ph idx="1" type="body"/>
          </p:nvPr>
        </p:nvSpPr>
        <p:spPr>
          <a:xfrm>
            <a:off x="3547200" y="790175"/>
            <a:ext cx="4881600" cy="60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rtl="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 rtl="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 rtl="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 rtl="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 rtl="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 rtl="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 rtl="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 rtl="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 rtl="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239" name="Google Shape;239;p20"/>
          <p:cNvSpPr txBox="1"/>
          <p:nvPr>
            <p:ph idx="3" type="title"/>
          </p:nvPr>
        </p:nvSpPr>
        <p:spPr>
          <a:xfrm>
            <a:off x="3544227" y="1535600"/>
            <a:ext cx="4882500" cy="20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Montserrat"/>
              <a:buNone/>
              <a:defRPr b="1" sz="10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0" name="Google Shape;240;p20"/>
          <p:cNvSpPr txBox="1"/>
          <p:nvPr>
            <p:ph idx="4" type="body"/>
          </p:nvPr>
        </p:nvSpPr>
        <p:spPr>
          <a:xfrm>
            <a:off x="3550163" y="1780775"/>
            <a:ext cx="4881600" cy="60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rtl="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 rtl="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 rtl="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 rtl="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 rtl="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 rtl="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 rtl="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 rtl="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 rtl="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241" name="Google Shape;241;p20"/>
          <p:cNvSpPr txBox="1"/>
          <p:nvPr>
            <p:ph idx="5" type="title"/>
          </p:nvPr>
        </p:nvSpPr>
        <p:spPr>
          <a:xfrm>
            <a:off x="3544177" y="2526200"/>
            <a:ext cx="4882500" cy="20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Montserrat"/>
              <a:buNone/>
              <a:defRPr b="1" sz="10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2" name="Google Shape;242;p20"/>
          <p:cNvSpPr txBox="1"/>
          <p:nvPr>
            <p:ph idx="6" type="body"/>
          </p:nvPr>
        </p:nvSpPr>
        <p:spPr>
          <a:xfrm>
            <a:off x="3550113" y="2771375"/>
            <a:ext cx="4881600" cy="60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rtl="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 rtl="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 rtl="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 rtl="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 rtl="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 rtl="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 rtl="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 rtl="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 rtl="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243" name="Google Shape;243;p20"/>
          <p:cNvSpPr txBox="1"/>
          <p:nvPr>
            <p:ph idx="7" type="body"/>
          </p:nvPr>
        </p:nvSpPr>
        <p:spPr>
          <a:xfrm>
            <a:off x="3682800" y="3740400"/>
            <a:ext cx="4600800" cy="60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rtl="0">
              <a:spcBef>
                <a:spcPts val="0"/>
              </a:spcBef>
              <a:spcAft>
                <a:spcPts val="0"/>
              </a:spcAft>
              <a:buSzPts val="1000"/>
              <a:buFont typeface="Montserrat"/>
              <a:buChar char="●"/>
              <a:defRPr i="1" sz="1000">
                <a:latin typeface="Montserrat"/>
                <a:ea typeface="Montserrat"/>
                <a:cs typeface="Montserrat"/>
                <a:sym typeface="Montserrat"/>
              </a:defRPr>
            </a:lvl1pPr>
            <a:lvl2pPr indent="-292100" lvl="1" marL="914400" rtl="0">
              <a:spcBef>
                <a:spcPts val="0"/>
              </a:spcBef>
              <a:spcAft>
                <a:spcPts val="0"/>
              </a:spcAft>
              <a:buSzPts val="1000"/>
              <a:buFont typeface="Montserrat"/>
              <a:buChar char="○"/>
              <a:defRPr i="1" sz="1000">
                <a:latin typeface="Montserrat"/>
                <a:ea typeface="Montserrat"/>
                <a:cs typeface="Montserrat"/>
                <a:sym typeface="Montserrat"/>
              </a:defRPr>
            </a:lvl2pPr>
            <a:lvl3pPr indent="-292100" lvl="2" marL="1371600" rtl="0">
              <a:spcBef>
                <a:spcPts val="0"/>
              </a:spcBef>
              <a:spcAft>
                <a:spcPts val="0"/>
              </a:spcAft>
              <a:buSzPts val="1000"/>
              <a:buFont typeface="Montserrat"/>
              <a:buChar char="■"/>
              <a:defRPr i="1" sz="1000">
                <a:latin typeface="Montserrat"/>
                <a:ea typeface="Montserrat"/>
                <a:cs typeface="Montserrat"/>
                <a:sym typeface="Montserrat"/>
              </a:defRPr>
            </a:lvl3pPr>
            <a:lvl4pPr indent="-292100" lvl="3" marL="1828800" rtl="0">
              <a:spcBef>
                <a:spcPts val="0"/>
              </a:spcBef>
              <a:spcAft>
                <a:spcPts val="0"/>
              </a:spcAft>
              <a:buSzPts val="1000"/>
              <a:buFont typeface="Montserrat"/>
              <a:buChar char="●"/>
              <a:defRPr i="1" sz="1000">
                <a:latin typeface="Montserrat"/>
                <a:ea typeface="Montserrat"/>
                <a:cs typeface="Montserrat"/>
                <a:sym typeface="Montserrat"/>
              </a:defRPr>
            </a:lvl4pPr>
            <a:lvl5pPr indent="-292100" lvl="4" marL="2286000" rtl="0">
              <a:spcBef>
                <a:spcPts val="0"/>
              </a:spcBef>
              <a:spcAft>
                <a:spcPts val="0"/>
              </a:spcAft>
              <a:buSzPts val="1000"/>
              <a:buFont typeface="Montserrat"/>
              <a:buChar char="○"/>
              <a:defRPr i="1" sz="1000">
                <a:latin typeface="Montserrat"/>
                <a:ea typeface="Montserrat"/>
                <a:cs typeface="Montserrat"/>
                <a:sym typeface="Montserrat"/>
              </a:defRPr>
            </a:lvl5pPr>
            <a:lvl6pPr indent="-292100" lvl="5" marL="2743200" rtl="0">
              <a:spcBef>
                <a:spcPts val="0"/>
              </a:spcBef>
              <a:spcAft>
                <a:spcPts val="0"/>
              </a:spcAft>
              <a:buSzPts val="1000"/>
              <a:buFont typeface="Montserrat"/>
              <a:buChar char="■"/>
              <a:defRPr i="1" sz="1000">
                <a:latin typeface="Montserrat"/>
                <a:ea typeface="Montserrat"/>
                <a:cs typeface="Montserrat"/>
                <a:sym typeface="Montserrat"/>
              </a:defRPr>
            </a:lvl6pPr>
            <a:lvl7pPr indent="-292100" lvl="6" marL="3200400" rtl="0">
              <a:spcBef>
                <a:spcPts val="0"/>
              </a:spcBef>
              <a:spcAft>
                <a:spcPts val="0"/>
              </a:spcAft>
              <a:buSzPts val="1000"/>
              <a:buFont typeface="Montserrat"/>
              <a:buChar char="●"/>
              <a:defRPr i="1" sz="1000">
                <a:latin typeface="Montserrat"/>
                <a:ea typeface="Montserrat"/>
                <a:cs typeface="Montserrat"/>
                <a:sym typeface="Montserrat"/>
              </a:defRPr>
            </a:lvl7pPr>
            <a:lvl8pPr indent="-292100" lvl="7" marL="3657600" rtl="0">
              <a:spcBef>
                <a:spcPts val="0"/>
              </a:spcBef>
              <a:spcAft>
                <a:spcPts val="0"/>
              </a:spcAft>
              <a:buSzPts val="1000"/>
              <a:buFont typeface="Montserrat"/>
              <a:buChar char="○"/>
              <a:defRPr i="1" sz="1000">
                <a:latin typeface="Montserrat"/>
                <a:ea typeface="Montserrat"/>
                <a:cs typeface="Montserrat"/>
                <a:sym typeface="Montserrat"/>
              </a:defRPr>
            </a:lvl8pPr>
            <a:lvl9pPr indent="-292100" lvl="8" marL="4114800" rtl="0">
              <a:spcBef>
                <a:spcPts val="0"/>
              </a:spcBef>
              <a:spcAft>
                <a:spcPts val="0"/>
              </a:spcAft>
              <a:buSzPts val="1000"/>
              <a:buFont typeface="Montserrat"/>
              <a:buChar char="■"/>
              <a:defRPr i="1" sz="10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244" name="Google Shape;244;p20"/>
          <p:cNvSpPr txBox="1"/>
          <p:nvPr>
            <p:ph idx="8" type="subTitle"/>
          </p:nvPr>
        </p:nvSpPr>
        <p:spPr>
          <a:xfrm>
            <a:off x="961025" y="2647825"/>
            <a:ext cx="1893600" cy="77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 Medium"/>
              <a:buNone/>
              <a:defRPr sz="110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9pPr>
          </a:lstStyle>
          <a:p/>
        </p:txBody>
      </p:sp>
      <p:sp>
        <p:nvSpPr>
          <p:cNvPr id="245" name="Google Shape;245;p20"/>
          <p:cNvSpPr txBox="1"/>
          <p:nvPr>
            <p:ph idx="9" type="title"/>
          </p:nvPr>
        </p:nvSpPr>
        <p:spPr>
          <a:xfrm>
            <a:off x="961025" y="2286575"/>
            <a:ext cx="1893600" cy="23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Font typeface="Montserrat"/>
              <a:buNone/>
              <a:defRPr b="1" sz="16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6" name="Google Shape;246;p20"/>
          <p:cNvSpPr txBox="1"/>
          <p:nvPr>
            <p:ph idx="13" type="body"/>
          </p:nvPr>
        </p:nvSpPr>
        <p:spPr>
          <a:xfrm>
            <a:off x="3682125" y="4341000"/>
            <a:ext cx="4600800" cy="1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 rtl="0">
              <a:spcBef>
                <a:spcPts val="0"/>
              </a:spcBef>
              <a:spcAft>
                <a:spcPts val="0"/>
              </a:spcAft>
              <a:buSzPts val="800"/>
              <a:buFont typeface="Montserrat"/>
              <a:buChar char="●"/>
              <a:defRPr b="1" sz="800">
                <a:latin typeface="Montserrat"/>
                <a:ea typeface="Montserrat"/>
                <a:cs typeface="Montserrat"/>
                <a:sym typeface="Montserrat"/>
              </a:defRPr>
            </a:lvl1pPr>
            <a:lvl2pPr indent="-279400" lvl="1" marL="914400" rtl="0">
              <a:spcBef>
                <a:spcPts val="0"/>
              </a:spcBef>
              <a:spcAft>
                <a:spcPts val="0"/>
              </a:spcAft>
              <a:buSzPts val="800"/>
              <a:buFont typeface="Montserrat"/>
              <a:buChar char="○"/>
              <a:defRPr b="1" sz="800">
                <a:latin typeface="Montserrat"/>
                <a:ea typeface="Montserrat"/>
                <a:cs typeface="Montserrat"/>
                <a:sym typeface="Montserrat"/>
              </a:defRPr>
            </a:lvl2pPr>
            <a:lvl3pPr indent="-279400" lvl="2" marL="1371600" rtl="0">
              <a:spcBef>
                <a:spcPts val="0"/>
              </a:spcBef>
              <a:spcAft>
                <a:spcPts val="0"/>
              </a:spcAft>
              <a:buSzPts val="800"/>
              <a:buFont typeface="Montserrat"/>
              <a:buChar char="■"/>
              <a:defRPr b="1" sz="800">
                <a:latin typeface="Montserrat"/>
                <a:ea typeface="Montserrat"/>
                <a:cs typeface="Montserrat"/>
                <a:sym typeface="Montserrat"/>
              </a:defRPr>
            </a:lvl3pPr>
            <a:lvl4pPr indent="-279400" lvl="3" marL="1828800" rtl="0">
              <a:spcBef>
                <a:spcPts val="0"/>
              </a:spcBef>
              <a:spcAft>
                <a:spcPts val="0"/>
              </a:spcAft>
              <a:buSzPts val="800"/>
              <a:buFont typeface="Montserrat"/>
              <a:buChar char="●"/>
              <a:defRPr b="1" sz="800">
                <a:latin typeface="Montserrat"/>
                <a:ea typeface="Montserrat"/>
                <a:cs typeface="Montserrat"/>
                <a:sym typeface="Montserrat"/>
              </a:defRPr>
            </a:lvl4pPr>
            <a:lvl5pPr indent="-279400" lvl="4" marL="2286000" rtl="0">
              <a:spcBef>
                <a:spcPts val="0"/>
              </a:spcBef>
              <a:spcAft>
                <a:spcPts val="0"/>
              </a:spcAft>
              <a:buSzPts val="800"/>
              <a:buFont typeface="Montserrat"/>
              <a:buChar char="○"/>
              <a:defRPr b="1" sz="800">
                <a:latin typeface="Montserrat"/>
                <a:ea typeface="Montserrat"/>
                <a:cs typeface="Montserrat"/>
                <a:sym typeface="Montserrat"/>
              </a:defRPr>
            </a:lvl5pPr>
            <a:lvl6pPr indent="-279400" lvl="5" marL="2743200" rtl="0">
              <a:spcBef>
                <a:spcPts val="0"/>
              </a:spcBef>
              <a:spcAft>
                <a:spcPts val="0"/>
              </a:spcAft>
              <a:buSzPts val="800"/>
              <a:buFont typeface="Montserrat"/>
              <a:buChar char="■"/>
              <a:defRPr b="1" sz="800">
                <a:latin typeface="Montserrat"/>
                <a:ea typeface="Montserrat"/>
                <a:cs typeface="Montserrat"/>
                <a:sym typeface="Montserrat"/>
              </a:defRPr>
            </a:lvl6pPr>
            <a:lvl7pPr indent="-279400" lvl="6" marL="3200400" rtl="0">
              <a:spcBef>
                <a:spcPts val="0"/>
              </a:spcBef>
              <a:spcAft>
                <a:spcPts val="0"/>
              </a:spcAft>
              <a:buSzPts val="800"/>
              <a:buFont typeface="Montserrat"/>
              <a:buChar char="●"/>
              <a:defRPr b="1" sz="800">
                <a:latin typeface="Montserrat"/>
                <a:ea typeface="Montserrat"/>
                <a:cs typeface="Montserrat"/>
                <a:sym typeface="Montserrat"/>
              </a:defRPr>
            </a:lvl7pPr>
            <a:lvl8pPr indent="-279400" lvl="7" marL="3657600" rtl="0">
              <a:spcBef>
                <a:spcPts val="0"/>
              </a:spcBef>
              <a:spcAft>
                <a:spcPts val="0"/>
              </a:spcAft>
              <a:buSzPts val="800"/>
              <a:buFont typeface="Montserrat"/>
              <a:buChar char="○"/>
              <a:defRPr b="1" sz="800">
                <a:latin typeface="Montserrat"/>
                <a:ea typeface="Montserrat"/>
                <a:cs typeface="Montserrat"/>
                <a:sym typeface="Montserrat"/>
              </a:defRPr>
            </a:lvl8pPr>
            <a:lvl9pPr indent="-279400" lvl="8" marL="4114800" rtl="0">
              <a:spcBef>
                <a:spcPts val="0"/>
              </a:spcBef>
              <a:spcAft>
                <a:spcPts val="0"/>
              </a:spcAft>
              <a:buSzPts val="800"/>
              <a:buFont typeface="Montserrat"/>
              <a:buChar char="■"/>
              <a:defRPr b="1" sz="8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er, image">
  <p:cSld name="TITLE_1_1_2"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1"/>
          <p:cNvSpPr txBox="1"/>
          <p:nvPr>
            <p:ph type="title"/>
          </p:nvPr>
        </p:nvSpPr>
        <p:spPr>
          <a:xfrm>
            <a:off x="540000" y="360000"/>
            <a:ext cx="8064000" cy="54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Montserrat Medium"/>
              <a:buNone/>
              <a:defRPr b="0" sz="200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9" name="Google Shape;249;p21"/>
          <p:cNvSpPr/>
          <p:nvPr>
            <p:ph idx="2" type="pic"/>
          </p:nvPr>
        </p:nvSpPr>
        <p:spPr>
          <a:xfrm>
            <a:off x="540000" y="1080000"/>
            <a:ext cx="8064000" cy="3467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columns with images">
  <p:cSld name="TITLE_1_1_1_2"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2"/>
          <p:cNvSpPr txBox="1"/>
          <p:nvPr>
            <p:ph type="title"/>
          </p:nvPr>
        </p:nvSpPr>
        <p:spPr>
          <a:xfrm>
            <a:off x="540000" y="360000"/>
            <a:ext cx="8064000" cy="54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2" name="Google Shape;252;p22"/>
          <p:cNvSpPr txBox="1"/>
          <p:nvPr>
            <p:ph idx="1" type="body"/>
          </p:nvPr>
        </p:nvSpPr>
        <p:spPr>
          <a:xfrm>
            <a:off x="540000" y="2983251"/>
            <a:ext cx="1890000" cy="155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●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85750" lvl="1" marL="9144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○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85750" lvl="2" marL="13716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■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85750" lvl="3" marL="18288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●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85750" lvl="4" marL="22860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○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85750" lvl="5" marL="27432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■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85750" lvl="6" marL="32004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●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85750" lvl="7" marL="36576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○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85750" lvl="8" marL="41148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■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253" name="Google Shape;253;p22"/>
          <p:cNvSpPr txBox="1"/>
          <p:nvPr>
            <p:ph idx="2" type="subTitle"/>
          </p:nvPr>
        </p:nvSpPr>
        <p:spPr>
          <a:xfrm>
            <a:off x="540000" y="2359050"/>
            <a:ext cx="189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254" name="Google Shape;254;p22"/>
          <p:cNvSpPr/>
          <p:nvPr>
            <p:ph idx="3" type="pic"/>
          </p:nvPr>
        </p:nvSpPr>
        <p:spPr>
          <a:xfrm>
            <a:off x="540000" y="1080000"/>
            <a:ext cx="1890000" cy="1212600"/>
          </a:xfrm>
          <a:prstGeom prst="rect">
            <a:avLst/>
          </a:prstGeom>
          <a:noFill/>
          <a:ln>
            <a:noFill/>
          </a:ln>
        </p:spPr>
      </p:sp>
      <p:sp>
        <p:nvSpPr>
          <p:cNvPr id="255" name="Google Shape;255;p22"/>
          <p:cNvSpPr txBox="1"/>
          <p:nvPr>
            <p:ph idx="4" type="subTitle"/>
          </p:nvPr>
        </p:nvSpPr>
        <p:spPr>
          <a:xfrm>
            <a:off x="540000" y="2665550"/>
            <a:ext cx="1890000" cy="27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 Medium"/>
              <a:buNone/>
              <a:defRPr sz="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256" name="Google Shape;256;p22"/>
          <p:cNvSpPr txBox="1"/>
          <p:nvPr>
            <p:ph idx="5" type="body"/>
          </p:nvPr>
        </p:nvSpPr>
        <p:spPr>
          <a:xfrm>
            <a:off x="2598450" y="2990601"/>
            <a:ext cx="1890000" cy="155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●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85750" lvl="1" marL="9144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○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85750" lvl="2" marL="13716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■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85750" lvl="3" marL="18288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●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85750" lvl="4" marL="22860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○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85750" lvl="5" marL="27432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■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85750" lvl="6" marL="32004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●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85750" lvl="7" marL="36576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○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85750" lvl="8" marL="41148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■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257" name="Google Shape;257;p22"/>
          <p:cNvSpPr txBox="1"/>
          <p:nvPr>
            <p:ph idx="6" type="subTitle"/>
          </p:nvPr>
        </p:nvSpPr>
        <p:spPr>
          <a:xfrm>
            <a:off x="2598450" y="2365788"/>
            <a:ext cx="189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258" name="Google Shape;258;p22"/>
          <p:cNvSpPr/>
          <p:nvPr>
            <p:ph idx="7" type="pic"/>
          </p:nvPr>
        </p:nvSpPr>
        <p:spPr>
          <a:xfrm>
            <a:off x="2598450" y="1086738"/>
            <a:ext cx="1890000" cy="1212600"/>
          </a:xfrm>
          <a:prstGeom prst="rect">
            <a:avLst/>
          </a:prstGeom>
          <a:noFill/>
          <a:ln>
            <a:noFill/>
          </a:ln>
        </p:spPr>
      </p:sp>
      <p:sp>
        <p:nvSpPr>
          <p:cNvPr id="259" name="Google Shape;259;p22"/>
          <p:cNvSpPr txBox="1"/>
          <p:nvPr>
            <p:ph idx="8" type="subTitle"/>
          </p:nvPr>
        </p:nvSpPr>
        <p:spPr>
          <a:xfrm>
            <a:off x="2598450" y="2672288"/>
            <a:ext cx="1890000" cy="27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 Medium"/>
              <a:buNone/>
              <a:defRPr sz="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260" name="Google Shape;260;p22"/>
          <p:cNvSpPr txBox="1"/>
          <p:nvPr>
            <p:ph idx="9" type="body"/>
          </p:nvPr>
        </p:nvSpPr>
        <p:spPr>
          <a:xfrm>
            <a:off x="4656225" y="2983237"/>
            <a:ext cx="1890000" cy="155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●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85750" lvl="1" marL="9144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○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85750" lvl="2" marL="13716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■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85750" lvl="3" marL="18288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●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85750" lvl="4" marL="22860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○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85750" lvl="5" marL="27432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■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85750" lvl="6" marL="32004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●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85750" lvl="7" marL="36576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○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85750" lvl="8" marL="41148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■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261" name="Google Shape;261;p22"/>
          <p:cNvSpPr txBox="1"/>
          <p:nvPr>
            <p:ph idx="13" type="subTitle"/>
          </p:nvPr>
        </p:nvSpPr>
        <p:spPr>
          <a:xfrm>
            <a:off x="4656225" y="2359038"/>
            <a:ext cx="189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262" name="Google Shape;262;p22"/>
          <p:cNvSpPr/>
          <p:nvPr>
            <p:ph idx="14" type="pic"/>
          </p:nvPr>
        </p:nvSpPr>
        <p:spPr>
          <a:xfrm>
            <a:off x="4656225" y="1079988"/>
            <a:ext cx="1890000" cy="1212600"/>
          </a:xfrm>
          <a:prstGeom prst="rect">
            <a:avLst/>
          </a:prstGeom>
          <a:noFill/>
          <a:ln>
            <a:noFill/>
          </a:ln>
        </p:spPr>
      </p:sp>
      <p:sp>
        <p:nvSpPr>
          <p:cNvPr id="263" name="Google Shape;263;p22"/>
          <p:cNvSpPr txBox="1"/>
          <p:nvPr>
            <p:ph idx="15" type="subTitle"/>
          </p:nvPr>
        </p:nvSpPr>
        <p:spPr>
          <a:xfrm>
            <a:off x="4656225" y="2665538"/>
            <a:ext cx="1890000" cy="27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 Medium"/>
              <a:buNone/>
              <a:defRPr sz="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264" name="Google Shape;264;p22"/>
          <p:cNvSpPr txBox="1"/>
          <p:nvPr>
            <p:ph idx="16" type="body"/>
          </p:nvPr>
        </p:nvSpPr>
        <p:spPr>
          <a:xfrm>
            <a:off x="6714000" y="2978625"/>
            <a:ext cx="1890000" cy="155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●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85750" lvl="1" marL="9144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○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85750" lvl="2" marL="13716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■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85750" lvl="3" marL="18288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●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85750" lvl="4" marL="22860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○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85750" lvl="5" marL="27432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■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85750" lvl="6" marL="32004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●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85750" lvl="7" marL="36576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○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85750" lvl="8" marL="41148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■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265" name="Google Shape;265;p22"/>
          <p:cNvSpPr txBox="1"/>
          <p:nvPr>
            <p:ph idx="17" type="subTitle"/>
          </p:nvPr>
        </p:nvSpPr>
        <p:spPr>
          <a:xfrm>
            <a:off x="6714000" y="2354425"/>
            <a:ext cx="189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266" name="Google Shape;266;p22"/>
          <p:cNvSpPr/>
          <p:nvPr>
            <p:ph idx="18" type="pic"/>
          </p:nvPr>
        </p:nvSpPr>
        <p:spPr>
          <a:xfrm>
            <a:off x="6714000" y="1075375"/>
            <a:ext cx="1890000" cy="1212600"/>
          </a:xfrm>
          <a:prstGeom prst="rect">
            <a:avLst/>
          </a:prstGeom>
          <a:noFill/>
          <a:ln>
            <a:noFill/>
          </a:ln>
        </p:spPr>
      </p:sp>
      <p:sp>
        <p:nvSpPr>
          <p:cNvPr id="267" name="Google Shape;267;p22"/>
          <p:cNvSpPr txBox="1"/>
          <p:nvPr>
            <p:ph idx="19" type="subTitle"/>
          </p:nvPr>
        </p:nvSpPr>
        <p:spPr>
          <a:xfrm>
            <a:off x="6714000" y="2660925"/>
            <a:ext cx="1890000" cy="27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 Medium"/>
              <a:buNone/>
              <a:defRPr sz="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1531">
          <p15:clr>
            <a:srgbClr val="E46962"/>
          </p15:clr>
        </p15:guide>
        <p15:guide id="2" pos="1531">
          <p15:clr>
            <a:srgbClr val="E46962"/>
          </p15:clr>
        </p15:guide>
        <p15:guide id="3" pos="2827">
          <p15:clr>
            <a:srgbClr val="E46962"/>
          </p15:clr>
        </p15:guide>
        <p15:guide id="4" pos="2933">
          <p15:clr>
            <a:srgbClr val="E46962"/>
          </p15:clr>
        </p15:guide>
        <p15:guide id="5" pos="1637">
          <p15:clr>
            <a:srgbClr val="E46962"/>
          </p15:clr>
        </p15:guide>
        <p15:guide id="6" pos="4124">
          <p15:clr>
            <a:srgbClr val="E46962"/>
          </p15:clr>
        </p15:guide>
        <p15:guide id="7" pos="4229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columns with titles and images">
  <p:cSld name="TITLE_1_1_1_3_1"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3"/>
          <p:cNvSpPr txBox="1"/>
          <p:nvPr>
            <p:ph idx="1" type="body"/>
          </p:nvPr>
        </p:nvSpPr>
        <p:spPr>
          <a:xfrm>
            <a:off x="540000" y="2968800"/>
            <a:ext cx="3932400" cy="157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●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98450" lvl="1" marL="9144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○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98450" lvl="2" marL="13716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■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98450" lvl="3" marL="18288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●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98450" lvl="4" marL="22860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○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98450" lvl="5" marL="27432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■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98450" lvl="6" marL="32004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●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98450" lvl="7" marL="36576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○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98450" lvl="8" marL="41148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■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270" name="Google Shape;270;p23"/>
          <p:cNvSpPr txBox="1"/>
          <p:nvPr>
            <p:ph type="title"/>
          </p:nvPr>
        </p:nvSpPr>
        <p:spPr>
          <a:xfrm>
            <a:off x="540000" y="360000"/>
            <a:ext cx="8064000" cy="28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1" name="Google Shape;271;p23"/>
          <p:cNvSpPr txBox="1"/>
          <p:nvPr>
            <p:ph idx="2" type="subTitle"/>
          </p:nvPr>
        </p:nvSpPr>
        <p:spPr>
          <a:xfrm>
            <a:off x="540000" y="2654400"/>
            <a:ext cx="3932400" cy="18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100"/>
              <a:buFont typeface="Montserrat Medium"/>
              <a:buNone/>
              <a:defRPr sz="11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272" name="Google Shape;272;p23"/>
          <p:cNvSpPr/>
          <p:nvPr>
            <p:ph idx="3" type="pic"/>
          </p:nvPr>
        </p:nvSpPr>
        <p:spPr>
          <a:xfrm>
            <a:off x="540000" y="900000"/>
            <a:ext cx="3932400" cy="1621200"/>
          </a:xfrm>
          <a:prstGeom prst="rect">
            <a:avLst/>
          </a:prstGeom>
          <a:noFill/>
          <a:ln>
            <a:noFill/>
          </a:ln>
        </p:spPr>
      </p:sp>
      <p:sp>
        <p:nvSpPr>
          <p:cNvPr id="273" name="Google Shape;273;p23"/>
          <p:cNvSpPr txBox="1"/>
          <p:nvPr>
            <p:ph idx="4" type="subTitle"/>
          </p:nvPr>
        </p:nvSpPr>
        <p:spPr>
          <a:xfrm>
            <a:off x="4680025" y="2654400"/>
            <a:ext cx="3932400" cy="18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100"/>
              <a:buFont typeface="Montserrat Medium"/>
              <a:buNone/>
              <a:defRPr sz="11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274" name="Google Shape;274;p23"/>
          <p:cNvSpPr/>
          <p:nvPr>
            <p:ph idx="5" type="pic"/>
          </p:nvPr>
        </p:nvSpPr>
        <p:spPr>
          <a:xfrm>
            <a:off x="4680025" y="900000"/>
            <a:ext cx="3932400" cy="1621200"/>
          </a:xfrm>
          <a:prstGeom prst="rect">
            <a:avLst/>
          </a:prstGeom>
          <a:noFill/>
          <a:ln>
            <a:noFill/>
          </a:ln>
        </p:spPr>
      </p:sp>
      <p:sp>
        <p:nvSpPr>
          <p:cNvPr id="275" name="Google Shape;275;p23"/>
          <p:cNvSpPr txBox="1"/>
          <p:nvPr>
            <p:ph idx="12" type="sldNum"/>
          </p:nvPr>
        </p:nvSpPr>
        <p:spPr>
          <a:xfrm>
            <a:off x="4578538" y="4783500"/>
            <a:ext cx="40254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r">
              <a:buNone/>
              <a:defRPr sz="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 algn="r">
              <a:buNone/>
              <a:defRPr sz="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 algn="r">
              <a:buNone/>
              <a:defRPr sz="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 algn="r">
              <a:buNone/>
              <a:defRPr sz="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 algn="r">
              <a:buNone/>
              <a:defRPr sz="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 algn="r">
              <a:buNone/>
              <a:defRPr sz="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 algn="r">
              <a:buNone/>
              <a:defRPr sz="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 algn="r">
              <a:buNone/>
              <a:defRPr sz="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 algn="r">
              <a:buNone/>
              <a:defRPr sz="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76" name="Google Shape;276;p23"/>
          <p:cNvSpPr txBox="1"/>
          <p:nvPr>
            <p:ph idx="6" type="body"/>
          </p:nvPr>
        </p:nvSpPr>
        <p:spPr>
          <a:xfrm>
            <a:off x="4680025" y="2967600"/>
            <a:ext cx="3932400" cy="157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●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98450" lvl="1" marL="9144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○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98450" lvl="2" marL="13716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■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98450" lvl="3" marL="18288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●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98450" lvl="4" marL="22860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○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98450" lvl="5" marL="27432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■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98450" lvl="6" marL="32004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●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98450" lvl="7" marL="36576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○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98450" lvl="8" marL="41148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■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948">
          <p15:clr>
            <a:srgbClr val="E46962"/>
          </p15:clr>
        </p15:guide>
        <p15:guide id="2" pos="2817">
          <p15:clr>
            <a:srgbClr val="E46962"/>
          </p15:clr>
        </p15:guide>
        <p15:guide id="3" orient="horz" pos="1785">
          <p15:clr>
            <a:srgbClr val="E46962"/>
          </p15:clr>
        </p15:guide>
        <p15:guide id="4" orient="horz" pos="1870">
          <p15:clr>
            <a:srgbClr val="E46962"/>
          </p15:clr>
        </p15:guide>
        <p15:guide id="5" orient="horz" pos="1672">
          <p15:clr>
            <a:srgbClr val="E46962"/>
          </p15:clr>
        </p15:guide>
        <p15:guide id="6" orient="horz" pos="1587">
          <p15:clr>
            <a:srgbClr val="E46962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columns with titles">
  <p:cSld name="TITLE_1_1_1_3"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24"/>
          <p:cNvSpPr txBox="1"/>
          <p:nvPr>
            <p:ph idx="1" type="body"/>
          </p:nvPr>
        </p:nvSpPr>
        <p:spPr>
          <a:xfrm>
            <a:off x="540000" y="1260000"/>
            <a:ext cx="3932400" cy="328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●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311150" lvl="1" marL="9144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○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311150" lvl="2" marL="13716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■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311150" lvl="3" marL="18288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●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311150" lvl="4" marL="22860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○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311150" lvl="5" marL="27432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■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311150" lvl="6" marL="32004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●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311150" lvl="7" marL="36576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○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311150" lvl="8" marL="41148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■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279" name="Google Shape;279;p24"/>
          <p:cNvSpPr txBox="1"/>
          <p:nvPr>
            <p:ph idx="2" type="body"/>
          </p:nvPr>
        </p:nvSpPr>
        <p:spPr>
          <a:xfrm>
            <a:off x="4680025" y="1260000"/>
            <a:ext cx="3932400" cy="328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●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311150" lvl="1" marL="9144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○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311150" lvl="2" marL="13716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■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311150" lvl="3" marL="18288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●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311150" lvl="4" marL="22860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○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311150" lvl="5" marL="27432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■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311150" lvl="6" marL="32004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●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311150" lvl="7" marL="36576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○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311150" lvl="8" marL="41148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■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280" name="Google Shape;280;p24"/>
          <p:cNvSpPr txBox="1"/>
          <p:nvPr>
            <p:ph type="title"/>
          </p:nvPr>
        </p:nvSpPr>
        <p:spPr>
          <a:xfrm>
            <a:off x="540000" y="360000"/>
            <a:ext cx="8064000" cy="28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1" name="Google Shape;281;p24"/>
          <p:cNvSpPr txBox="1"/>
          <p:nvPr>
            <p:ph idx="3" type="subTitle"/>
          </p:nvPr>
        </p:nvSpPr>
        <p:spPr>
          <a:xfrm>
            <a:off x="540000" y="900000"/>
            <a:ext cx="3932400" cy="18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300"/>
              <a:buFont typeface="Montserrat Medium"/>
              <a:buNone/>
              <a:defRPr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282" name="Google Shape;282;p24"/>
          <p:cNvSpPr txBox="1"/>
          <p:nvPr>
            <p:ph idx="4" type="subTitle"/>
          </p:nvPr>
        </p:nvSpPr>
        <p:spPr>
          <a:xfrm>
            <a:off x="4680025" y="900000"/>
            <a:ext cx="3932400" cy="18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300"/>
              <a:buFont typeface="Montserrat Medium"/>
              <a:buNone/>
              <a:defRPr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283" name="Google Shape;283;p24"/>
          <p:cNvSpPr txBox="1"/>
          <p:nvPr>
            <p:ph idx="12" type="sldNum"/>
          </p:nvPr>
        </p:nvSpPr>
        <p:spPr>
          <a:xfrm>
            <a:off x="4578538" y="4783500"/>
            <a:ext cx="40254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r">
              <a:buNone/>
              <a:defRPr sz="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 algn="r">
              <a:buNone/>
              <a:defRPr sz="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 algn="r">
              <a:buNone/>
              <a:defRPr sz="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 algn="r">
              <a:buNone/>
              <a:defRPr sz="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 algn="r">
              <a:buNone/>
              <a:defRPr sz="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 algn="r">
              <a:buNone/>
              <a:defRPr sz="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 algn="r">
              <a:buNone/>
              <a:defRPr sz="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 algn="r">
              <a:buNone/>
              <a:defRPr sz="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 algn="r">
              <a:buNone/>
              <a:defRPr sz="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2948">
          <p15:clr>
            <a:srgbClr val="E46962"/>
          </p15:clr>
        </p15:guide>
        <p15:guide id="2" pos="2817">
          <p15:clr>
            <a:srgbClr val="E46962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columns">
  <p:cSld name="TITLE_1_1_1_2_1_1"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25"/>
          <p:cNvSpPr txBox="1"/>
          <p:nvPr>
            <p:ph type="title"/>
          </p:nvPr>
        </p:nvSpPr>
        <p:spPr>
          <a:xfrm>
            <a:off x="540000" y="360000"/>
            <a:ext cx="8064000" cy="54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6" name="Google Shape;286;p25"/>
          <p:cNvSpPr txBox="1"/>
          <p:nvPr>
            <p:ph idx="1" type="body"/>
          </p:nvPr>
        </p:nvSpPr>
        <p:spPr>
          <a:xfrm>
            <a:off x="540000" y="1961000"/>
            <a:ext cx="2526900" cy="257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92100" lvl="1" marL="9144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92100" lvl="2" marL="13716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92100" lvl="3" marL="18288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92100" lvl="4" marL="22860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92100" lvl="5" marL="27432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92100" lvl="6" marL="32004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92100" lvl="7" marL="36576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92100" lvl="8" marL="41148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287" name="Google Shape;287;p25"/>
          <p:cNvSpPr txBox="1"/>
          <p:nvPr>
            <p:ph idx="2" type="subTitle"/>
          </p:nvPr>
        </p:nvSpPr>
        <p:spPr>
          <a:xfrm>
            <a:off x="540902" y="1080000"/>
            <a:ext cx="2526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100"/>
              <a:buFont typeface="Montserrat Medium"/>
              <a:buNone/>
              <a:defRPr sz="11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288" name="Google Shape;288;p25"/>
          <p:cNvSpPr txBox="1"/>
          <p:nvPr>
            <p:ph idx="3" type="subTitle"/>
          </p:nvPr>
        </p:nvSpPr>
        <p:spPr>
          <a:xfrm>
            <a:off x="540902" y="1538900"/>
            <a:ext cx="2526900" cy="20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 Medium"/>
              <a:buNone/>
              <a:defRPr sz="10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289" name="Google Shape;289;p25"/>
          <p:cNvSpPr txBox="1"/>
          <p:nvPr>
            <p:ph idx="4" type="body"/>
          </p:nvPr>
        </p:nvSpPr>
        <p:spPr>
          <a:xfrm>
            <a:off x="3307682" y="1961000"/>
            <a:ext cx="2526900" cy="257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92100" lvl="1" marL="9144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92100" lvl="2" marL="13716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92100" lvl="3" marL="18288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92100" lvl="4" marL="22860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92100" lvl="5" marL="27432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92100" lvl="6" marL="32004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92100" lvl="7" marL="36576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92100" lvl="8" marL="41148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290" name="Google Shape;290;p25"/>
          <p:cNvSpPr txBox="1"/>
          <p:nvPr>
            <p:ph idx="5" type="subTitle"/>
          </p:nvPr>
        </p:nvSpPr>
        <p:spPr>
          <a:xfrm>
            <a:off x="3308586" y="1080000"/>
            <a:ext cx="2526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100"/>
              <a:buFont typeface="Montserrat Medium"/>
              <a:buNone/>
              <a:defRPr sz="11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291" name="Google Shape;291;p25"/>
          <p:cNvSpPr txBox="1"/>
          <p:nvPr>
            <p:ph idx="6" type="subTitle"/>
          </p:nvPr>
        </p:nvSpPr>
        <p:spPr>
          <a:xfrm>
            <a:off x="3308586" y="1538900"/>
            <a:ext cx="2526900" cy="20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 Medium"/>
              <a:buNone/>
              <a:defRPr sz="10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292" name="Google Shape;292;p25"/>
          <p:cNvSpPr txBox="1"/>
          <p:nvPr>
            <p:ph idx="7" type="body"/>
          </p:nvPr>
        </p:nvSpPr>
        <p:spPr>
          <a:xfrm>
            <a:off x="6076277" y="1967672"/>
            <a:ext cx="2526900" cy="257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92100" lvl="1" marL="9144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92100" lvl="2" marL="13716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92100" lvl="3" marL="18288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92100" lvl="4" marL="22860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92100" lvl="5" marL="27432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92100" lvl="6" marL="32004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92100" lvl="7" marL="36576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92100" lvl="8" marL="41148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293" name="Google Shape;293;p25"/>
          <p:cNvSpPr txBox="1"/>
          <p:nvPr>
            <p:ph idx="8" type="subTitle"/>
          </p:nvPr>
        </p:nvSpPr>
        <p:spPr>
          <a:xfrm>
            <a:off x="6077166" y="1086800"/>
            <a:ext cx="2526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100"/>
              <a:buFont typeface="Montserrat Medium"/>
              <a:buNone/>
              <a:defRPr sz="11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294" name="Google Shape;294;p25"/>
          <p:cNvSpPr txBox="1"/>
          <p:nvPr>
            <p:ph idx="9" type="subTitle"/>
          </p:nvPr>
        </p:nvSpPr>
        <p:spPr>
          <a:xfrm>
            <a:off x="6077166" y="1545700"/>
            <a:ext cx="2526900" cy="20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 Medium"/>
              <a:buNone/>
              <a:defRPr sz="10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columns">
  <p:cSld name="TITLE_1_1_1_2_1_2"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26"/>
          <p:cNvSpPr txBox="1"/>
          <p:nvPr>
            <p:ph type="title"/>
          </p:nvPr>
        </p:nvSpPr>
        <p:spPr>
          <a:xfrm>
            <a:off x="540000" y="360000"/>
            <a:ext cx="8064000" cy="54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7" name="Google Shape;297;p26"/>
          <p:cNvSpPr txBox="1"/>
          <p:nvPr>
            <p:ph idx="1" type="body"/>
          </p:nvPr>
        </p:nvSpPr>
        <p:spPr>
          <a:xfrm>
            <a:off x="540000" y="1961000"/>
            <a:ext cx="1890000" cy="258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92100" lvl="1" marL="9144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92100" lvl="2" marL="13716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92100" lvl="3" marL="18288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92100" lvl="4" marL="22860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92100" lvl="5" marL="27432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92100" lvl="6" marL="32004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92100" lvl="7" marL="36576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92100" lvl="8" marL="41148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298" name="Google Shape;298;p26"/>
          <p:cNvSpPr txBox="1"/>
          <p:nvPr>
            <p:ph idx="2" type="subTitle"/>
          </p:nvPr>
        </p:nvSpPr>
        <p:spPr>
          <a:xfrm>
            <a:off x="540675" y="1080000"/>
            <a:ext cx="189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100"/>
              <a:buFont typeface="Montserrat Medium"/>
              <a:buNone/>
              <a:defRPr sz="11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299" name="Google Shape;299;p26"/>
          <p:cNvSpPr txBox="1"/>
          <p:nvPr>
            <p:ph idx="3" type="subTitle"/>
          </p:nvPr>
        </p:nvSpPr>
        <p:spPr>
          <a:xfrm>
            <a:off x="540675" y="1538900"/>
            <a:ext cx="1890000" cy="20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 Medium"/>
              <a:buNone/>
              <a:defRPr sz="10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300" name="Google Shape;300;p26"/>
          <p:cNvSpPr txBox="1"/>
          <p:nvPr>
            <p:ph idx="4" type="body"/>
          </p:nvPr>
        </p:nvSpPr>
        <p:spPr>
          <a:xfrm>
            <a:off x="2598450" y="1961000"/>
            <a:ext cx="1890000" cy="258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92100" lvl="1" marL="9144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92100" lvl="2" marL="13716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92100" lvl="3" marL="18288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92100" lvl="4" marL="22860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92100" lvl="5" marL="27432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92100" lvl="6" marL="32004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92100" lvl="7" marL="36576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92100" lvl="8" marL="41148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301" name="Google Shape;301;p26"/>
          <p:cNvSpPr txBox="1"/>
          <p:nvPr>
            <p:ph idx="5" type="subTitle"/>
          </p:nvPr>
        </p:nvSpPr>
        <p:spPr>
          <a:xfrm>
            <a:off x="2599125" y="1080000"/>
            <a:ext cx="189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100"/>
              <a:buFont typeface="Montserrat Medium"/>
              <a:buNone/>
              <a:defRPr sz="11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302" name="Google Shape;302;p26"/>
          <p:cNvSpPr txBox="1"/>
          <p:nvPr>
            <p:ph idx="6" type="subTitle"/>
          </p:nvPr>
        </p:nvSpPr>
        <p:spPr>
          <a:xfrm>
            <a:off x="2599125" y="1538900"/>
            <a:ext cx="1890000" cy="20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 Medium"/>
              <a:buNone/>
              <a:defRPr sz="10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303" name="Google Shape;303;p26"/>
          <p:cNvSpPr txBox="1"/>
          <p:nvPr>
            <p:ph idx="7" type="body"/>
          </p:nvPr>
        </p:nvSpPr>
        <p:spPr>
          <a:xfrm>
            <a:off x="4657575" y="1961000"/>
            <a:ext cx="1890000" cy="258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92100" lvl="1" marL="9144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92100" lvl="2" marL="13716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92100" lvl="3" marL="18288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92100" lvl="4" marL="22860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92100" lvl="5" marL="27432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92100" lvl="6" marL="32004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92100" lvl="7" marL="36576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92100" lvl="8" marL="41148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304" name="Google Shape;304;p26"/>
          <p:cNvSpPr txBox="1"/>
          <p:nvPr>
            <p:ph idx="8" type="subTitle"/>
          </p:nvPr>
        </p:nvSpPr>
        <p:spPr>
          <a:xfrm>
            <a:off x="4658250" y="1080000"/>
            <a:ext cx="189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100"/>
              <a:buFont typeface="Montserrat Medium"/>
              <a:buNone/>
              <a:defRPr sz="11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305" name="Google Shape;305;p26"/>
          <p:cNvSpPr txBox="1"/>
          <p:nvPr>
            <p:ph idx="9" type="subTitle"/>
          </p:nvPr>
        </p:nvSpPr>
        <p:spPr>
          <a:xfrm>
            <a:off x="4658250" y="1538900"/>
            <a:ext cx="1890000" cy="20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 Medium"/>
              <a:buNone/>
              <a:defRPr sz="10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306" name="Google Shape;306;p26"/>
          <p:cNvSpPr txBox="1"/>
          <p:nvPr>
            <p:ph idx="13" type="subTitle"/>
          </p:nvPr>
        </p:nvSpPr>
        <p:spPr>
          <a:xfrm>
            <a:off x="6718050" y="1080000"/>
            <a:ext cx="1890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100"/>
              <a:buFont typeface="Montserrat Medium"/>
              <a:buNone/>
              <a:defRPr sz="11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307" name="Google Shape;307;p26"/>
          <p:cNvSpPr txBox="1"/>
          <p:nvPr>
            <p:ph idx="14" type="subTitle"/>
          </p:nvPr>
        </p:nvSpPr>
        <p:spPr>
          <a:xfrm>
            <a:off x="6718050" y="1538900"/>
            <a:ext cx="1890000" cy="20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 Medium"/>
              <a:buNone/>
              <a:defRPr sz="10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308" name="Google Shape;308;p26"/>
          <p:cNvSpPr txBox="1"/>
          <p:nvPr>
            <p:ph idx="15" type="body"/>
          </p:nvPr>
        </p:nvSpPr>
        <p:spPr>
          <a:xfrm>
            <a:off x="6716700" y="1961000"/>
            <a:ext cx="1890000" cy="258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92100" lvl="1" marL="9144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92100" lvl="2" marL="13716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92100" lvl="3" marL="18288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92100" lvl="4" marL="22860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92100" lvl="5" marL="27432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92100" lvl="6" marL="32004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92100" lvl="7" marL="36576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92100" lvl="8" marL="41148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1531">
          <p15:clr>
            <a:srgbClr val="E46962"/>
          </p15:clr>
        </p15:guide>
        <p15:guide id="2" pos="1531">
          <p15:clr>
            <a:srgbClr val="E46962"/>
          </p15:clr>
        </p15:guide>
        <p15:guide id="3" pos="2827">
          <p15:clr>
            <a:srgbClr val="E46962"/>
          </p15:clr>
        </p15:guide>
        <p15:guide id="4" pos="2933">
          <p15:clr>
            <a:srgbClr val="E46962"/>
          </p15:clr>
        </p15:guide>
        <p15:guide id="5" pos="1637">
          <p15:clr>
            <a:srgbClr val="E46962"/>
          </p15:clr>
        </p15:guide>
        <p15:guide id="6" pos="4124">
          <p15:clr>
            <a:srgbClr val="E46962"/>
          </p15:clr>
        </p15:guide>
        <p15:guide id="7" pos="4229">
          <p15:clr>
            <a:srgbClr val="E46962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3 rows of text with subtitles">
  <p:cSld name="CUSTOM_28_1_1"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27"/>
          <p:cNvSpPr txBox="1"/>
          <p:nvPr>
            <p:ph type="title"/>
          </p:nvPr>
        </p:nvSpPr>
        <p:spPr>
          <a:xfrm>
            <a:off x="540000" y="360000"/>
            <a:ext cx="8064000" cy="54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1" name="Google Shape;311;p27"/>
          <p:cNvSpPr txBox="1"/>
          <p:nvPr>
            <p:ph idx="1" type="subTitle"/>
          </p:nvPr>
        </p:nvSpPr>
        <p:spPr>
          <a:xfrm>
            <a:off x="543675" y="1080000"/>
            <a:ext cx="5061000" cy="221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100"/>
              <a:buFont typeface="Montserrat Medium"/>
              <a:buNone/>
              <a:defRPr sz="11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312" name="Google Shape;312;p27"/>
          <p:cNvSpPr txBox="1"/>
          <p:nvPr>
            <p:ph idx="2" type="body"/>
          </p:nvPr>
        </p:nvSpPr>
        <p:spPr>
          <a:xfrm>
            <a:off x="541875" y="1348011"/>
            <a:ext cx="5061000" cy="76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92100" lvl="1" marL="9144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92100" lvl="2" marL="13716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92100" lvl="3" marL="18288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92100" lvl="4" marL="22860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92100" lvl="5" marL="27432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92100" lvl="6" marL="32004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92100" lvl="7" marL="36576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92100" lvl="8" marL="41148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313" name="Google Shape;313;p27"/>
          <p:cNvSpPr txBox="1"/>
          <p:nvPr>
            <p:ph idx="3" type="subTitle"/>
          </p:nvPr>
        </p:nvSpPr>
        <p:spPr>
          <a:xfrm>
            <a:off x="542775" y="3515658"/>
            <a:ext cx="5061000" cy="221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100"/>
              <a:buFont typeface="Montserrat Medium"/>
              <a:buNone/>
              <a:defRPr sz="11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314" name="Google Shape;314;p27"/>
          <p:cNvSpPr txBox="1"/>
          <p:nvPr>
            <p:ph idx="4" type="body"/>
          </p:nvPr>
        </p:nvSpPr>
        <p:spPr>
          <a:xfrm>
            <a:off x="540975" y="3783670"/>
            <a:ext cx="5061000" cy="76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92100" lvl="1" marL="9144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92100" lvl="2" marL="13716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92100" lvl="3" marL="18288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92100" lvl="4" marL="22860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92100" lvl="5" marL="27432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92100" lvl="6" marL="32004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92100" lvl="7" marL="36576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92100" lvl="8" marL="41148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315" name="Google Shape;315;p27"/>
          <p:cNvSpPr txBox="1"/>
          <p:nvPr>
            <p:ph idx="5" type="subTitle"/>
          </p:nvPr>
        </p:nvSpPr>
        <p:spPr>
          <a:xfrm>
            <a:off x="541875" y="2297829"/>
            <a:ext cx="5061000" cy="221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100"/>
              <a:buFont typeface="Montserrat Medium"/>
              <a:buNone/>
              <a:defRPr sz="11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316" name="Google Shape;316;p27"/>
          <p:cNvSpPr txBox="1"/>
          <p:nvPr>
            <p:ph idx="6" type="body"/>
          </p:nvPr>
        </p:nvSpPr>
        <p:spPr>
          <a:xfrm>
            <a:off x="540075" y="2565840"/>
            <a:ext cx="5061000" cy="76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92100" lvl="1" marL="9144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92100" lvl="2" marL="13716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92100" lvl="3" marL="18288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92100" lvl="4" marL="22860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92100" lvl="5" marL="27432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92100" lvl="6" marL="32004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92100" lvl="7" marL="36576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92100" lvl="8" marL="41148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681">
          <p15:clr>
            <a:srgbClr val="FA7B17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er, subheader, text, image">
  <p:cSld name="TITLE_1_1_1_1"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28"/>
          <p:cNvSpPr txBox="1"/>
          <p:nvPr>
            <p:ph idx="1" type="body"/>
          </p:nvPr>
        </p:nvSpPr>
        <p:spPr>
          <a:xfrm>
            <a:off x="540000" y="1080000"/>
            <a:ext cx="3932400" cy="344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●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311150" lvl="1" marL="9144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○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311150" lvl="2" marL="13716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■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311150" lvl="3" marL="18288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●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311150" lvl="4" marL="22860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○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311150" lvl="5" marL="27432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■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311150" lvl="6" marL="32004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●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311150" lvl="7" marL="36576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○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311150" lvl="8" marL="41148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■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319" name="Google Shape;319;p28"/>
          <p:cNvSpPr/>
          <p:nvPr>
            <p:ph idx="2" type="pic"/>
          </p:nvPr>
        </p:nvSpPr>
        <p:spPr>
          <a:xfrm>
            <a:off x="4686475" y="1080000"/>
            <a:ext cx="3917400" cy="3467400"/>
          </a:xfrm>
          <a:prstGeom prst="rect">
            <a:avLst/>
          </a:prstGeom>
          <a:noFill/>
          <a:ln>
            <a:noFill/>
          </a:ln>
        </p:spPr>
      </p:sp>
      <p:sp>
        <p:nvSpPr>
          <p:cNvPr id="320" name="Google Shape;320;p28"/>
          <p:cNvSpPr txBox="1"/>
          <p:nvPr>
            <p:ph type="title"/>
          </p:nvPr>
        </p:nvSpPr>
        <p:spPr>
          <a:xfrm>
            <a:off x="540000" y="360000"/>
            <a:ext cx="8064000" cy="28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1" name="Google Shape;321;p28"/>
          <p:cNvSpPr txBox="1"/>
          <p:nvPr>
            <p:ph idx="3" type="subTitle"/>
          </p:nvPr>
        </p:nvSpPr>
        <p:spPr>
          <a:xfrm>
            <a:off x="540000" y="648125"/>
            <a:ext cx="8064000" cy="25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3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rtl="0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 rtl="0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 rtl="0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 rtl="0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 rtl="0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 rtl="0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 rtl="0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948">
          <p15:clr>
            <a:srgbClr val="E46962"/>
          </p15:clr>
        </p15:guide>
        <p15:guide id="2" pos="2817">
          <p15:clr>
            <a:srgbClr val="E46962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er, text, image">
  <p:cSld name="TITLE_1_1_1_1_1"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29"/>
          <p:cNvSpPr txBox="1"/>
          <p:nvPr>
            <p:ph idx="1" type="body"/>
          </p:nvPr>
        </p:nvSpPr>
        <p:spPr>
          <a:xfrm>
            <a:off x="540000" y="1080000"/>
            <a:ext cx="3932400" cy="344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●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311150" lvl="1" marL="9144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○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311150" lvl="2" marL="13716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■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311150" lvl="3" marL="18288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●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311150" lvl="4" marL="22860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○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311150" lvl="5" marL="27432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■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311150" lvl="6" marL="32004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●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311150" lvl="7" marL="36576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○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311150" lvl="8" marL="41148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■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324" name="Google Shape;324;p29"/>
          <p:cNvSpPr txBox="1"/>
          <p:nvPr>
            <p:ph type="title"/>
          </p:nvPr>
        </p:nvSpPr>
        <p:spPr>
          <a:xfrm>
            <a:off x="540000" y="360000"/>
            <a:ext cx="8064000" cy="54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5" name="Google Shape;325;p29"/>
          <p:cNvSpPr/>
          <p:nvPr>
            <p:ph idx="2" type="pic"/>
          </p:nvPr>
        </p:nvSpPr>
        <p:spPr>
          <a:xfrm>
            <a:off x="4686475" y="1080000"/>
            <a:ext cx="3917400" cy="3467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2948">
          <p15:clr>
            <a:srgbClr val="E46962"/>
          </p15:clr>
        </p15:guide>
        <p15:guide id="2" pos="2817">
          <p15:clr>
            <a:srgbClr val="E46962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 column with 1 section on the right">
  <p:cSld name="CUSTOM_18_2_2_1"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7" name="Google Shape;327;p30"/>
          <p:cNvCxnSpPr/>
          <p:nvPr/>
        </p:nvCxnSpPr>
        <p:spPr>
          <a:xfrm>
            <a:off x="3183625" y="369350"/>
            <a:ext cx="0" cy="4182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8" name="Google Shape;328;p30"/>
          <p:cNvSpPr txBox="1"/>
          <p:nvPr>
            <p:ph type="title"/>
          </p:nvPr>
        </p:nvSpPr>
        <p:spPr>
          <a:xfrm>
            <a:off x="540000" y="360000"/>
            <a:ext cx="2283000" cy="90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9" name="Google Shape;329;p30"/>
          <p:cNvSpPr txBox="1"/>
          <p:nvPr>
            <p:ph idx="1" type="body"/>
          </p:nvPr>
        </p:nvSpPr>
        <p:spPr>
          <a:xfrm>
            <a:off x="3544250" y="1108050"/>
            <a:ext cx="5059800" cy="328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●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311150" lvl="1" marL="9144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○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311150" lvl="2" marL="13716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■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311150" lvl="3" marL="18288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●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311150" lvl="4" marL="22860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○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311150" lvl="5" marL="27432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■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311150" lvl="6" marL="32004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●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311150" lvl="7" marL="36576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○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311150" lvl="8" marL="41148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■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330" name="Google Shape;330;p30"/>
          <p:cNvSpPr txBox="1"/>
          <p:nvPr>
            <p:ph idx="2" type="subTitle"/>
          </p:nvPr>
        </p:nvSpPr>
        <p:spPr>
          <a:xfrm>
            <a:off x="3544250" y="748050"/>
            <a:ext cx="5059800" cy="18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300"/>
              <a:buFont typeface="Montserrat Medium"/>
              <a:buNone/>
              <a:defRPr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331" name="Google Shape;331;p30"/>
          <p:cNvSpPr txBox="1"/>
          <p:nvPr>
            <p:ph idx="3" type="body"/>
          </p:nvPr>
        </p:nvSpPr>
        <p:spPr>
          <a:xfrm>
            <a:off x="540000" y="1479425"/>
            <a:ext cx="2283000" cy="306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●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311150" lvl="1" marL="9144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○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311150" lvl="2" marL="13716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■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311150" lvl="3" marL="18288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●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311150" lvl="4" marL="22860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○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311150" lvl="5" marL="27432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■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311150" lvl="6" marL="32004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●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311150" lvl="7" marL="36576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○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311150" lvl="8" marL="41148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■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230">
          <p15:clr>
            <a:srgbClr val="E46962"/>
          </p15:clr>
        </p15:guide>
        <p15:guide id="2" pos="1778">
          <p15:clr>
            <a:srgbClr val="E46962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 column with 2 sections on the right">
  <p:cSld name="CUSTOM_18_2_2_2"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3" name="Google Shape;333;p31"/>
          <p:cNvCxnSpPr/>
          <p:nvPr/>
        </p:nvCxnSpPr>
        <p:spPr>
          <a:xfrm>
            <a:off x="3183625" y="369350"/>
            <a:ext cx="0" cy="4182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34" name="Google Shape;334;p31"/>
          <p:cNvSpPr txBox="1"/>
          <p:nvPr>
            <p:ph type="title"/>
          </p:nvPr>
        </p:nvSpPr>
        <p:spPr>
          <a:xfrm>
            <a:off x="540000" y="360000"/>
            <a:ext cx="2283000" cy="90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5" name="Google Shape;335;p31"/>
          <p:cNvSpPr txBox="1"/>
          <p:nvPr>
            <p:ph idx="1" type="subTitle"/>
          </p:nvPr>
        </p:nvSpPr>
        <p:spPr>
          <a:xfrm>
            <a:off x="3543050" y="360000"/>
            <a:ext cx="5061000" cy="411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100"/>
              <a:buFont typeface="Montserrat Medium"/>
              <a:buNone/>
              <a:defRPr sz="11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336" name="Google Shape;336;p31"/>
          <p:cNvSpPr txBox="1"/>
          <p:nvPr>
            <p:ph idx="2" type="body"/>
          </p:nvPr>
        </p:nvSpPr>
        <p:spPr>
          <a:xfrm>
            <a:off x="3541250" y="858338"/>
            <a:ext cx="5061000" cy="141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92100" lvl="1" marL="9144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92100" lvl="2" marL="13716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92100" lvl="3" marL="18288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92100" lvl="4" marL="22860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92100" lvl="5" marL="27432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92100" lvl="6" marL="32004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92100" lvl="7" marL="36576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92100" lvl="8" marL="41148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337" name="Google Shape;337;p31"/>
          <p:cNvSpPr txBox="1"/>
          <p:nvPr>
            <p:ph idx="3" type="subTitle"/>
          </p:nvPr>
        </p:nvSpPr>
        <p:spPr>
          <a:xfrm>
            <a:off x="3541250" y="2624421"/>
            <a:ext cx="5061000" cy="411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100"/>
              <a:buFont typeface="Montserrat Medium"/>
              <a:buNone/>
              <a:defRPr sz="11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338" name="Google Shape;338;p31"/>
          <p:cNvSpPr txBox="1"/>
          <p:nvPr>
            <p:ph idx="4" type="body"/>
          </p:nvPr>
        </p:nvSpPr>
        <p:spPr>
          <a:xfrm>
            <a:off x="3539450" y="3122759"/>
            <a:ext cx="5061000" cy="141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92100" lvl="1" marL="9144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92100" lvl="2" marL="13716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92100" lvl="3" marL="18288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92100" lvl="4" marL="22860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92100" lvl="5" marL="27432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92100" lvl="6" marL="32004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92100" lvl="7" marL="36576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92100" lvl="8" marL="41148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339" name="Google Shape;339;p31"/>
          <p:cNvSpPr txBox="1"/>
          <p:nvPr>
            <p:ph idx="5" type="body"/>
          </p:nvPr>
        </p:nvSpPr>
        <p:spPr>
          <a:xfrm>
            <a:off x="540000" y="1479425"/>
            <a:ext cx="2283000" cy="306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●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311150" lvl="1" marL="9144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○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311150" lvl="2" marL="13716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■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311150" lvl="3" marL="18288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●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311150" lvl="4" marL="22860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○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311150" lvl="5" marL="27432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■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311150" lvl="6" marL="32004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●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311150" lvl="7" marL="36576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○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311150" lvl="8" marL="41148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■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230">
          <p15:clr>
            <a:srgbClr val="E46962"/>
          </p15:clr>
        </p15:guide>
        <p15:guide id="2" pos="1778">
          <p15:clr>
            <a:srgbClr val="E46962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 column with 3 sections on the right">
  <p:cSld name="CUSTOM_18_2"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41" name="Google Shape;341;p32"/>
          <p:cNvCxnSpPr/>
          <p:nvPr/>
        </p:nvCxnSpPr>
        <p:spPr>
          <a:xfrm>
            <a:off x="3183625" y="369350"/>
            <a:ext cx="0" cy="4182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2" name="Google Shape;342;p32"/>
          <p:cNvSpPr txBox="1"/>
          <p:nvPr>
            <p:ph type="title"/>
          </p:nvPr>
        </p:nvSpPr>
        <p:spPr>
          <a:xfrm>
            <a:off x="540000" y="360000"/>
            <a:ext cx="2283000" cy="90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3" name="Google Shape;343;p32"/>
          <p:cNvSpPr txBox="1"/>
          <p:nvPr>
            <p:ph idx="1" type="subTitle"/>
          </p:nvPr>
        </p:nvSpPr>
        <p:spPr>
          <a:xfrm>
            <a:off x="3543050" y="360000"/>
            <a:ext cx="5061000" cy="267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100"/>
              <a:buFont typeface="Montserrat Medium"/>
              <a:buNone/>
              <a:defRPr sz="11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344" name="Google Shape;344;p32"/>
          <p:cNvSpPr txBox="1"/>
          <p:nvPr>
            <p:ph idx="2" type="body"/>
          </p:nvPr>
        </p:nvSpPr>
        <p:spPr>
          <a:xfrm>
            <a:off x="3541250" y="683675"/>
            <a:ext cx="5061000" cy="92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92100" lvl="1" marL="9144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92100" lvl="2" marL="13716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92100" lvl="3" marL="18288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92100" lvl="4" marL="22860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92100" lvl="5" marL="27432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92100" lvl="6" marL="32004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92100" lvl="7" marL="36576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92100" lvl="8" marL="41148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345" name="Google Shape;345;p32"/>
          <p:cNvSpPr txBox="1"/>
          <p:nvPr>
            <p:ph idx="3" type="subTitle"/>
          </p:nvPr>
        </p:nvSpPr>
        <p:spPr>
          <a:xfrm>
            <a:off x="3542150" y="3301525"/>
            <a:ext cx="5061000" cy="267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100"/>
              <a:buFont typeface="Montserrat Medium"/>
              <a:buNone/>
              <a:defRPr sz="11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346" name="Google Shape;346;p32"/>
          <p:cNvSpPr txBox="1"/>
          <p:nvPr>
            <p:ph idx="4" type="body"/>
          </p:nvPr>
        </p:nvSpPr>
        <p:spPr>
          <a:xfrm>
            <a:off x="3540350" y="3625200"/>
            <a:ext cx="5061000" cy="92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92100" lvl="1" marL="9144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92100" lvl="2" marL="13716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92100" lvl="3" marL="18288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92100" lvl="4" marL="22860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92100" lvl="5" marL="27432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92100" lvl="6" marL="32004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92100" lvl="7" marL="36576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92100" lvl="8" marL="41148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347" name="Google Shape;347;p32"/>
          <p:cNvSpPr txBox="1"/>
          <p:nvPr>
            <p:ph idx="5" type="subTitle"/>
          </p:nvPr>
        </p:nvSpPr>
        <p:spPr>
          <a:xfrm>
            <a:off x="3541250" y="1830763"/>
            <a:ext cx="5061000" cy="267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100"/>
              <a:buFont typeface="Montserrat Medium"/>
              <a:buNone/>
              <a:defRPr sz="11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348" name="Google Shape;348;p32"/>
          <p:cNvSpPr txBox="1"/>
          <p:nvPr>
            <p:ph idx="6" type="body"/>
          </p:nvPr>
        </p:nvSpPr>
        <p:spPr>
          <a:xfrm>
            <a:off x="3539450" y="2154438"/>
            <a:ext cx="5061000" cy="92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92100" lvl="1" marL="9144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92100" lvl="2" marL="13716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92100" lvl="3" marL="18288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92100" lvl="4" marL="22860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92100" lvl="5" marL="27432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92100" lvl="6" marL="32004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92100" lvl="7" marL="36576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92100" lvl="8" marL="41148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349" name="Google Shape;349;p32"/>
          <p:cNvSpPr txBox="1"/>
          <p:nvPr>
            <p:ph idx="7" type="body"/>
          </p:nvPr>
        </p:nvSpPr>
        <p:spPr>
          <a:xfrm>
            <a:off x="540000" y="1479425"/>
            <a:ext cx="2283000" cy="306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●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311150" lvl="1" marL="9144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○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311150" lvl="2" marL="13716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■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311150" lvl="3" marL="18288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●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311150" lvl="4" marL="22860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○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311150" lvl="5" marL="27432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■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311150" lvl="6" marL="32004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●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311150" lvl="7" marL="36576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○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311150" lvl="8" marL="41148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■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230">
          <p15:clr>
            <a:srgbClr val="E46962"/>
          </p15:clr>
        </p15:guide>
        <p15:guide id="2" pos="1778">
          <p15:clr>
            <a:srgbClr val="E46962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V">
  <p:cSld name="CUSTOM_18_2_2_1_1_1"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1" name="Google Shape;351;p33"/>
          <p:cNvCxnSpPr/>
          <p:nvPr/>
        </p:nvCxnSpPr>
        <p:spPr>
          <a:xfrm>
            <a:off x="2728150" y="369350"/>
            <a:ext cx="0" cy="4182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52" name="Google Shape;352;p33"/>
          <p:cNvSpPr txBox="1"/>
          <p:nvPr>
            <p:ph idx="1" type="subTitle"/>
          </p:nvPr>
        </p:nvSpPr>
        <p:spPr>
          <a:xfrm>
            <a:off x="3010029" y="360000"/>
            <a:ext cx="5593800" cy="17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00"/>
              <a:buFont typeface="Montserrat Medium"/>
              <a:buNone/>
              <a:defRPr sz="10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353" name="Google Shape;353;p33"/>
          <p:cNvSpPr txBox="1"/>
          <p:nvPr>
            <p:ph idx="2" type="body"/>
          </p:nvPr>
        </p:nvSpPr>
        <p:spPr>
          <a:xfrm>
            <a:off x="3008040" y="617650"/>
            <a:ext cx="5593800" cy="102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●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921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921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921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921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921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921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921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921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354" name="Google Shape;354;p33"/>
          <p:cNvSpPr txBox="1"/>
          <p:nvPr>
            <p:ph idx="3" type="subTitle"/>
          </p:nvPr>
        </p:nvSpPr>
        <p:spPr>
          <a:xfrm>
            <a:off x="540000" y="1751775"/>
            <a:ext cx="1890000" cy="402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b="1" sz="14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355" name="Google Shape;355;p33"/>
          <p:cNvSpPr/>
          <p:nvPr>
            <p:ph idx="4" type="pic"/>
          </p:nvPr>
        </p:nvSpPr>
        <p:spPr>
          <a:xfrm>
            <a:off x="540000" y="369350"/>
            <a:ext cx="1213200" cy="1213200"/>
          </a:xfrm>
          <a:prstGeom prst="rect">
            <a:avLst/>
          </a:prstGeom>
          <a:noFill/>
          <a:ln>
            <a:noFill/>
          </a:ln>
        </p:spPr>
      </p:sp>
      <p:sp>
        <p:nvSpPr>
          <p:cNvPr id="356" name="Google Shape;356;p33"/>
          <p:cNvSpPr txBox="1"/>
          <p:nvPr>
            <p:ph idx="5" type="subTitle"/>
          </p:nvPr>
        </p:nvSpPr>
        <p:spPr>
          <a:xfrm>
            <a:off x="540000" y="2228925"/>
            <a:ext cx="1890000" cy="12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 Medium"/>
              <a:buNone/>
              <a:defRPr sz="10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357" name="Google Shape;357;p33"/>
          <p:cNvSpPr txBox="1"/>
          <p:nvPr>
            <p:ph idx="6" type="body"/>
          </p:nvPr>
        </p:nvSpPr>
        <p:spPr>
          <a:xfrm>
            <a:off x="540000" y="2502475"/>
            <a:ext cx="1890000" cy="169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●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85750" lvl="1" marL="9144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○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85750" lvl="2" marL="13716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■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92100" lvl="3" marL="18288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85750" lvl="4" marL="22860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○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85750" lvl="5" marL="27432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■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85750" lvl="6" marL="32004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●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85750" lvl="7" marL="36576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○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85750" lvl="8" marL="41148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■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358" name="Google Shape;358;p33"/>
          <p:cNvSpPr txBox="1"/>
          <p:nvPr>
            <p:ph idx="7" type="subTitle"/>
          </p:nvPr>
        </p:nvSpPr>
        <p:spPr>
          <a:xfrm>
            <a:off x="3009034" y="3267225"/>
            <a:ext cx="5593800" cy="17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00"/>
              <a:buFont typeface="Montserrat Medium"/>
              <a:buNone/>
              <a:defRPr sz="10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359" name="Google Shape;359;p33"/>
          <p:cNvSpPr txBox="1"/>
          <p:nvPr>
            <p:ph idx="8" type="body"/>
          </p:nvPr>
        </p:nvSpPr>
        <p:spPr>
          <a:xfrm>
            <a:off x="3007045" y="3524875"/>
            <a:ext cx="5593800" cy="102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●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921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921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921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921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921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921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921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921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360" name="Google Shape;360;p33"/>
          <p:cNvSpPr txBox="1"/>
          <p:nvPr>
            <p:ph idx="9" type="subTitle"/>
          </p:nvPr>
        </p:nvSpPr>
        <p:spPr>
          <a:xfrm>
            <a:off x="3008040" y="1820625"/>
            <a:ext cx="5593800" cy="17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00"/>
              <a:buFont typeface="Montserrat Medium"/>
              <a:buNone/>
              <a:defRPr sz="10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361" name="Google Shape;361;p33"/>
          <p:cNvSpPr txBox="1"/>
          <p:nvPr>
            <p:ph idx="13" type="body"/>
          </p:nvPr>
        </p:nvSpPr>
        <p:spPr>
          <a:xfrm>
            <a:off x="3006050" y="2078275"/>
            <a:ext cx="5593800" cy="102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●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921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921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921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921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921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921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921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921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362" name="Google Shape;362;p33"/>
          <p:cNvSpPr txBox="1"/>
          <p:nvPr/>
        </p:nvSpPr>
        <p:spPr>
          <a:xfrm>
            <a:off x="540000" y="4783500"/>
            <a:ext cx="23646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Devoteam</a:t>
            </a:r>
            <a:r>
              <a:rPr lang="en-GB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| </a:t>
            </a:r>
            <a:r>
              <a:rPr b="1" lang="en-GB" sz="8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AI-driven tech consulting</a:t>
            </a:r>
            <a:endParaRPr b="1" sz="800">
              <a:solidFill>
                <a:schemeClr val="lt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363" name="Google Shape;363;p33"/>
          <p:cNvSpPr txBox="1"/>
          <p:nvPr>
            <p:ph idx="14" type="subTitle"/>
          </p:nvPr>
        </p:nvSpPr>
        <p:spPr>
          <a:xfrm>
            <a:off x="540000" y="4334175"/>
            <a:ext cx="1890000" cy="213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000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"/>
              <a:buNone/>
              <a:defRPr b="1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230">
          <p15:clr>
            <a:srgbClr val="E46962"/>
          </p15:clr>
        </p15:guide>
        <p15:guide id="2" pos="1778">
          <p15:clr>
            <a:srgbClr val="E46962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V with logo">
  <p:cSld name="CUSTOM_18_2_2_1_1_1_2"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5" name="Google Shape;365;p34"/>
          <p:cNvCxnSpPr/>
          <p:nvPr/>
        </p:nvCxnSpPr>
        <p:spPr>
          <a:xfrm>
            <a:off x="2728150" y="369350"/>
            <a:ext cx="0" cy="4182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6" name="Google Shape;366;p34"/>
          <p:cNvSpPr txBox="1"/>
          <p:nvPr>
            <p:ph idx="1" type="subTitle"/>
          </p:nvPr>
        </p:nvSpPr>
        <p:spPr>
          <a:xfrm>
            <a:off x="540000" y="1751775"/>
            <a:ext cx="1890000" cy="402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b="1" sz="14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"/>
              <a:buNone/>
              <a:defRPr b="1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367" name="Google Shape;367;p34"/>
          <p:cNvSpPr/>
          <p:nvPr>
            <p:ph idx="2" type="pic"/>
          </p:nvPr>
        </p:nvSpPr>
        <p:spPr>
          <a:xfrm>
            <a:off x="540000" y="369350"/>
            <a:ext cx="1213200" cy="1213200"/>
          </a:xfrm>
          <a:prstGeom prst="rect">
            <a:avLst/>
          </a:prstGeom>
          <a:noFill/>
          <a:ln>
            <a:noFill/>
          </a:ln>
        </p:spPr>
      </p:sp>
      <p:sp>
        <p:nvSpPr>
          <p:cNvPr id="368" name="Google Shape;368;p34"/>
          <p:cNvSpPr txBox="1"/>
          <p:nvPr>
            <p:ph idx="3" type="subTitle"/>
          </p:nvPr>
        </p:nvSpPr>
        <p:spPr>
          <a:xfrm>
            <a:off x="540000" y="2228925"/>
            <a:ext cx="1890000" cy="12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 Medium"/>
              <a:buNone/>
              <a:defRPr sz="10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369" name="Google Shape;369;p34"/>
          <p:cNvSpPr txBox="1"/>
          <p:nvPr>
            <p:ph idx="4" type="body"/>
          </p:nvPr>
        </p:nvSpPr>
        <p:spPr>
          <a:xfrm>
            <a:off x="540000" y="2502475"/>
            <a:ext cx="1890000" cy="169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●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85750" lvl="1" marL="9144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○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85750" lvl="2" marL="13716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■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92100" lvl="3" marL="18288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85750" lvl="4" marL="22860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○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85750" lvl="5" marL="27432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■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85750" lvl="6" marL="32004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●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85750" lvl="7" marL="36576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○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85750" lvl="8" marL="4114800" rtl="0"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■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370" name="Google Shape;370;p34"/>
          <p:cNvSpPr txBox="1"/>
          <p:nvPr/>
        </p:nvSpPr>
        <p:spPr>
          <a:xfrm>
            <a:off x="540000" y="4783500"/>
            <a:ext cx="78471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AI-driven tech consulting</a:t>
            </a:r>
            <a:endParaRPr b="1" sz="800">
              <a:solidFill>
                <a:schemeClr val="lt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371" name="Google Shape;371;p34"/>
          <p:cNvSpPr txBox="1"/>
          <p:nvPr>
            <p:ph idx="5" type="subTitle"/>
          </p:nvPr>
        </p:nvSpPr>
        <p:spPr>
          <a:xfrm>
            <a:off x="540000" y="4334175"/>
            <a:ext cx="1890000" cy="213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000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"/>
              <a:buNone/>
              <a:defRPr b="1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pic>
        <p:nvPicPr>
          <p:cNvPr id="372" name="Google Shape;372;p3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40000" y="4698000"/>
            <a:ext cx="932875" cy="279350"/>
          </a:xfrm>
          <a:prstGeom prst="rect">
            <a:avLst/>
          </a:prstGeom>
          <a:noFill/>
          <a:ln>
            <a:noFill/>
          </a:ln>
        </p:spPr>
      </p:pic>
      <p:sp>
        <p:nvSpPr>
          <p:cNvPr id="373" name="Google Shape;373;p34"/>
          <p:cNvSpPr txBox="1"/>
          <p:nvPr>
            <p:ph idx="6" type="subTitle"/>
          </p:nvPr>
        </p:nvSpPr>
        <p:spPr>
          <a:xfrm>
            <a:off x="3010029" y="360000"/>
            <a:ext cx="5593800" cy="17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00"/>
              <a:buFont typeface="Montserrat Medium"/>
              <a:buNone/>
              <a:defRPr sz="10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374" name="Google Shape;374;p34"/>
          <p:cNvSpPr txBox="1"/>
          <p:nvPr>
            <p:ph idx="7" type="body"/>
          </p:nvPr>
        </p:nvSpPr>
        <p:spPr>
          <a:xfrm>
            <a:off x="3008040" y="617650"/>
            <a:ext cx="5593800" cy="102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●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921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921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921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921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921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921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921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921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375" name="Google Shape;375;p34"/>
          <p:cNvSpPr txBox="1"/>
          <p:nvPr>
            <p:ph idx="8" type="subTitle"/>
          </p:nvPr>
        </p:nvSpPr>
        <p:spPr>
          <a:xfrm>
            <a:off x="3009034" y="3267225"/>
            <a:ext cx="5593800" cy="17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00"/>
              <a:buFont typeface="Montserrat Medium"/>
              <a:buNone/>
              <a:defRPr sz="10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376" name="Google Shape;376;p34"/>
          <p:cNvSpPr txBox="1"/>
          <p:nvPr>
            <p:ph idx="9" type="body"/>
          </p:nvPr>
        </p:nvSpPr>
        <p:spPr>
          <a:xfrm>
            <a:off x="3007045" y="3524875"/>
            <a:ext cx="5593800" cy="102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●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921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921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921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921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921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921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921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921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377" name="Google Shape;377;p34"/>
          <p:cNvSpPr txBox="1"/>
          <p:nvPr>
            <p:ph idx="13" type="subTitle"/>
          </p:nvPr>
        </p:nvSpPr>
        <p:spPr>
          <a:xfrm>
            <a:off x="3008040" y="1820625"/>
            <a:ext cx="5593800" cy="17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00"/>
              <a:buFont typeface="Montserrat Medium"/>
              <a:buNone/>
              <a:defRPr sz="10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378" name="Google Shape;378;p34"/>
          <p:cNvSpPr txBox="1"/>
          <p:nvPr>
            <p:ph idx="14" type="body"/>
          </p:nvPr>
        </p:nvSpPr>
        <p:spPr>
          <a:xfrm>
            <a:off x="3006050" y="2078275"/>
            <a:ext cx="5593800" cy="102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Montserrat Light"/>
              <a:buChar char="●"/>
              <a:defRPr sz="9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921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921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921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921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921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921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921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921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230">
          <p15:clr>
            <a:srgbClr val="E46962"/>
          </p15:clr>
        </p15:guide>
        <p15:guide id="2" pos="1778">
          <p15:clr>
            <a:srgbClr val="E46962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roject charter">
  <p:cSld name="CUSTOM_18_2_2_1_1_1_1"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80" name="Google Shape;380;p35"/>
          <p:cNvCxnSpPr/>
          <p:nvPr/>
        </p:nvCxnSpPr>
        <p:spPr>
          <a:xfrm>
            <a:off x="3183625" y="1075050"/>
            <a:ext cx="0" cy="3477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81" name="Google Shape;381;p35"/>
          <p:cNvSpPr txBox="1"/>
          <p:nvPr>
            <p:ph idx="1" type="body"/>
          </p:nvPr>
        </p:nvSpPr>
        <p:spPr>
          <a:xfrm>
            <a:off x="3544250" y="1435050"/>
            <a:ext cx="5059800" cy="311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●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98450" lvl="1" marL="9144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○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98450" lvl="2" marL="13716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■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98450" lvl="3" marL="18288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●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98450" lvl="4" marL="22860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○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98450" lvl="5" marL="27432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■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98450" lvl="6" marL="32004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●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98450" lvl="7" marL="36576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○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98450" lvl="8" marL="41148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■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382" name="Google Shape;382;p35"/>
          <p:cNvSpPr txBox="1"/>
          <p:nvPr>
            <p:ph idx="2" type="subTitle"/>
          </p:nvPr>
        </p:nvSpPr>
        <p:spPr>
          <a:xfrm>
            <a:off x="3544250" y="1075050"/>
            <a:ext cx="5059800" cy="18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300"/>
              <a:buFont typeface="Montserrat Medium"/>
              <a:buNone/>
              <a:defRPr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383" name="Google Shape;383;p35"/>
          <p:cNvSpPr txBox="1"/>
          <p:nvPr>
            <p:ph idx="3" type="body"/>
          </p:nvPr>
        </p:nvSpPr>
        <p:spPr>
          <a:xfrm>
            <a:off x="540000" y="1435050"/>
            <a:ext cx="2283000" cy="80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●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98450" lvl="1" marL="9144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○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98450" lvl="2" marL="13716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■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98450" lvl="3" marL="18288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●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98450" lvl="4" marL="22860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○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98450" lvl="5" marL="27432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■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98450" lvl="6" marL="32004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●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98450" lvl="7" marL="36576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○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98450" lvl="8" marL="41148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■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384" name="Google Shape;384;p35"/>
          <p:cNvSpPr txBox="1"/>
          <p:nvPr>
            <p:ph type="title"/>
          </p:nvPr>
        </p:nvSpPr>
        <p:spPr>
          <a:xfrm>
            <a:off x="540000" y="360000"/>
            <a:ext cx="8064000" cy="54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5" name="Google Shape;385;p35"/>
          <p:cNvSpPr txBox="1"/>
          <p:nvPr>
            <p:ph idx="4" type="body"/>
          </p:nvPr>
        </p:nvSpPr>
        <p:spPr>
          <a:xfrm>
            <a:off x="540050" y="2861850"/>
            <a:ext cx="2253900" cy="169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●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98450" lvl="1" marL="9144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○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98450" lvl="2" marL="13716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■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98450" lvl="3" marL="18288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●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98450" lvl="4" marL="22860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○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98450" lvl="5" marL="27432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■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98450" lvl="6" marL="32004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●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98450" lvl="7" marL="36576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○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98450" lvl="8" marL="4114800" rtl="0">
              <a:spcBef>
                <a:spcPts val="0"/>
              </a:spcBef>
              <a:spcAft>
                <a:spcPts val="0"/>
              </a:spcAft>
              <a:buSzPts val="1100"/>
              <a:buFont typeface="Montserrat Light"/>
              <a:buChar char="■"/>
              <a:defRPr sz="11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386" name="Google Shape;386;p35"/>
          <p:cNvSpPr txBox="1"/>
          <p:nvPr>
            <p:ph idx="5" type="subTitle"/>
          </p:nvPr>
        </p:nvSpPr>
        <p:spPr>
          <a:xfrm>
            <a:off x="540050" y="2501850"/>
            <a:ext cx="2253900" cy="18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300"/>
              <a:buFont typeface="Montserrat Medium"/>
              <a:buNone/>
              <a:defRPr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387" name="Google Shape;387;p35"/>
          <p:cNvSpPr txBox="1"/>
          <p:nvPr>
            <p:ph idx="6" type="subTitle"/>
          </p:nvPr>
        </p:nvSpPr>
        <p:spPr>
          <a:xfrm>
            <a:off x="540000" y="1077525"/>
            <a:ext cx="2253900" cy="18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300"/>
              <a:buFont typeface="Montserrat Medium"/>
              <a:buNone/>
              <a:defRPr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230">
          <p15:clr>
            <a:srgbClr val="E46962"/>
          </p15:clr>
        </p15:guide>
        <p15:guide id="2" pos="1778">
          <p15:clr>
            <a:srgbClr val="E46962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ersonae">
  <p:cSld name="CUSTOM_18_2_2_1_1_1_1_2"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36"/>
          <p:cNvSpPr txBox="1"/>
          <p:nvPr>
            <p:ph type="title"/>
          </p:nvPr>
        </p:nvSpPr>
        <p:spPr>
          <a:xfrm>
            <a:off x="540000" y="360000"/>
            <a:ext cx="8064000" cy="54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0" name="Google Shape;390;p36"/>
          <p:cNvSpPr txBox="1"/>
          <p:nvPr>
            <p:ph idx="1" type="body"/>
          </p:nvPr>
        </p:nvSpPr>
        <p:spPr>
          <a:xfrm>
            <a:off x="606450" y="1867526"/>
            <a:ext cx="1407000" cy="78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 rtl="0" algn="ctr">
              <a:spcBef>
                <a:spcPts val="0"/>
              </a:spcBef>
              <a:spcAft>
                <a:spcPts val="0"/>
              </a:spcAft>
              <a:buSzPts val="700"/>
              <a:buChar char="●"/>
              <a:defRPr sz="700"/>
            </a:lvl1pPr>
            <a:lvl2pPr indent="-273050" lvl="1" marL="914400" rtl="0" algn="ctr">
              <a:spcBef>
                <a:spcPts val="0"/>
              </a:spcBef>
              <a:spcAft>
                <a:spcPts val="0"/>
              </a:spcAft>
              <a:buSzPts val="700"/>
              <a:buChar char="○"/>
              <a:defRPr sz="700"/>
            </a:lvl2pPr>
            <a:lvl3pPr indent="-273050" lvl="2" marL="1371600" rtl="0" algn="ctr">
              <a:spcBef>
                <a:spcPts val="0"/>
              </a:spcBef>
              <a:spcAft>
                <a:spcPts val="0"/>
              </a:spcAft>
              <a:buSzPts val="700"/>
              <a:buChar char="■"/>
              <a:defRPr sz="700"/>
            </a:lvl3pPr>
            <a:lvl4pPr indent="-273050" lvl="3" marL="1828800" rtl="0" algn="ctr">
              <a:spcBef>
                <a:spcPts val="0"/>
              </a:spcBef>
              <a:spcAft>
                <a:spcPts val="0"/>
              </a:spcAft>
              <a:buSzPts val="700"/>
              <a:buChar char="●"/>
              <a:defRPr sz="700"/>
            </a:lvl4pPr>
            <a:lvl5pPr indent="-273050" lvl="4" marL="2286000" rtl="0" algn="ctr">
              <a:spcBef>
                <a:spcPts val="0"/>
              </a:spcBef>
              <a:spcAft>
                <a:spcPts val="0"/>
              </a:spcAft>
              <a:buSzPts val="700"/>
              <a:buChar char="○"/>
              <a:defRPr sz="700"/>
            </a:lvl5pPr>
            <a:lvl6pPr indent="-273050" lvl="5" marL="2743200" rtl="0" algn="ctr">
              <a:spcBef>
                <a:spcPts val="0"/>
              </a:spcBef>
              <a:spcAft>
                <a:spcPts val="0"/>
              </a:spcAft>
              <a:buSzPts val="700"/>
              <a:buChar char="■"/>
              <a:defRPr sz="700"/>
            </a:lvl6pPr>
            <a:lvl7pPr indent="-273050" lvl="6" marL="3200400" rtl="0" algn="ctr">
              <a:spcBef>
                <a:spcPts val="0"/>
              </a:spcBef>
              <a:spcAft>
                <a:spcPts val="0"/>
              </a:spcAft>
              <a:buSzPts val="700"/>
              <a:buChar char="●"/>
              <a:defRPr sz="700"/>
            </a:lvl7pPr>
            <a:lvl8pPr indent="-273050" lvl="7" marL="3657600" rtl="0">
              <a:spcBef>
                <a:spcPts val="0"/>
              </a:spcBef>
              <a:spcAft>
                <a:spcPts val="0"/>
              </a:spcAft>
              <a:buSzPts val="700"/>
              <a:buChar char="○"/>
              <a:defRPr sz="700"/>
            </a:lvl8pPr>
            <a:lvl9pPr indent="-273050" lvl="8" marL="4114800" rtl="0">
              <a:spcBef>
                <a:spcPts val="0"/>
              </a:spcBef>
              <a:spcAft>
                <a:spcPts val="0"/>
              </a:spcAft>
              <a:buSzPts val="700"/>
              <a:buChar char="■"/>
              <a:defRPr sz="700"/>
            </a:lvl9pPr>
          </a:lstStyle>
          <a:p/>
        </p:txBody>
      </p:sp>
      <p:sp>
        <p:nvSpPr>
          <p:cNvPr id="391" name="Google Shape;391;p36"/>
          <p:cNvSpPr txBox="1"/>
          <p:nvPr>
            <p:ph idx="2" type="subTitle"/>
          </p:nvPr>
        </p:nvSpPr>
        <p:spPr>
          <a:xfrm>
            <a:off x="540000" y="1023400"/>
            <a:ext cx="5061000" cy="267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100"/>
              <a:buFont typeface="Montserrat Medium"/>
              <a:buNone/>
              <a:defRPr sz="11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392" name="Google Shape;392;p36"/>
          <p:cNvSpPr/>
          <p:nvPr/>
        </p:nvSpPr>
        <p:spPr>
          <a:xfrm>
            <a:off x="540000" y="1438700"/>
            <a:ext cx="1539900" cy="1275900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18000" spcFirstLastPara="1" rIns="18000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t/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93" name="Google Shape;393;p36"/>
          <p:cNvSpPr/>
          <p:nvPr/>
        </p:nvSpPr>
        <p:spPr>
          <a:xfrm>
            <a:off x="1219950" y="1345875"/>
            <a:ext cx="180000" cy="1800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 b="1"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94" name="Google Shape;394;p36"/>
          <p:cNvSpPr txBox="1"/>
          <p:nvPr>
            <p:ph idx="3" type="title"/>
          </p:nvPr>
        </p:nvSpPr>
        <p:spPr>
          <a:xfrm>
            <a:off x="606455" y="1581350"/>
            <a:ext cx="1407000" cy="1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95" name="Google Shape;395;p36"/>
          <p:cNvSpPr txBox="1"/>
          <p:nvPr>
            <p:ph idx="4" type="body"/>
          </p:nvPr>
        </p:nvSpPr>
        <p:spPr>
          <a:xfrm>
            <a:off x="7130550" y="1867526"/>
            <a:ext cx="1407000" cy="78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 rtl="0" algn="ctr">
              <a:spcBef>
                <a:spcPts val="0"/>
              </a:spcBef>
              <a:spcAft>
                <a:spcPts val="0"/>
              </a:spcAft>
              <a:buSzPts val="700"/>
              <a:buChar char="●"/>
              <a:defRPr sz="700"/>
            </a:lvl1pPr>
            <a:lvl2pPr indent="-273050" lvl="1" marL="914400" rtl="0" algn="ctr">
              <a:spcBef>
                <a:spcPts val="0"/>
              </a:spcBef>
              <a:spcAft>
                <a:spcPts val="0"/>
              </a:spcAft>
              <a:buSzPts val="700"/>
              <a:buChar char="○"/>
              <a:defRPr sz="700"/>
            </a:lvl2pPr>
            <a:lvl3pPr indent="-273050" lvl="2" marL="1371600" rtl="0" algn="ctr">
              <a:spcBef>
                <a:spcPts val="0"/>
              </a:spcBef>
              <a:spcAft>
                <a:spcPts val="0"/>
              </a:spcAft>
              <a:buSzPts val="700"/>
              <a:buChar char="■"/>
              <a:defRPr sz="700"/>
            </a:lvl3pPr>
            <a:lvl4pPr indent="-273050" lvl="3" marL="1828800" rtl="0" algn="ctr">
              <a:spcBef>
                <a:spcPts val="0"/>
              </a:spcBef>
              <a:spcAft>
                <a:spcPts val="0"/>
              </a:spcAft>
              <a:buSzPts val="700"/>
              <a:buChar char="●"/>
              <a:defRPr sz="700"/>
            </a:lvl4pPr>
            <a:lvl5pPr indent="-273050" lvl="4" marL="2286000" rtl="0" algn="ctr">
              <a:spcBef>
                <a:spcPts val="0"/>
              </a:spcBef>
              <a:spcAft>
                <a:spcPts val="0"/>
              </a:spcAft>
              <a:buSzPts val="700"/>
              <a:buChar char="○"/>
              <a:defRPr sz="700"/>
            </a:lvl5pPr>
            <a:lvl6pPr indent="-273050" lvl="5" marL="2743200" rtl="0" algn="ctr">
              <a:spcBef>
                <a:spcPts val="0"/>
              </a:spcBef>
              <a:spcAft>
                <a:spcPts val="0"/>
              </a:spcAft>
              <a:buSzPts val="700"/>
              <a:buChar char="■"/>
              <a:defRPr sz="700"/>
            </a:lvl6pPr>
            <a:lvl7pPr indent="-273050" lvl="6" marL="3200400" rtl="0" algn="ctr">
              <a:spcBef>
                <a:spcPts val="0"/>
              </a:spcBef>
              <a:spcAft>
                <a:spcPts val="0"/>
              </a:spcAft>
              <a:buSzPts val="700"/>
              <a:buChar char="●"/>
              <a:defRPr sz="700"/>
            </a:lvl7pPr>
            <a:lvl8pPr indent="-273050" lvl="7" marL="3657600" rtl="0">
              <a:spcBef>
                <a:spcPts val="0"/>
              </a:spcBef>
              <a:spcAft>
                <a:spcPts val="0"/>
              </a:spcAft>
              <a:buSzPts val="700"/>
              <a:buChar char="○"/>
              <a:defRPr sz="700"/>
            </a:lvl8pPr>
            <a:lvl9pPr indent="-273050" lvl="8" marL="4114800" rtl="0">
              <a:spcBef>
                <a:spcPts val="0"/>
              </a:spcBef>
              <a:spcAft>
                <a:spcPts val="0"/>
              </a:spcAft>
              <a:buSzPts val="700"/>
              <a:buChar char="■"/>
              <a:defRPr sz="700"/>
            </a:lvl9pPr>
          </a:lstStyle>
          <a:p/>
        </p:txBody>
      </p:sp>
      <p:sp>
        <p:nvSpPr>
          <p:cNvPr id="396" name="Google Shape;396;p36"/>
          <p:cNvSpPr/>
          <p:nvPr/>
        </p:nvSpPr>
        <p:spPr>
          <a:xfrm>
            <a:off x="7064100" y="1438700"/>
            <a:ext cx="1539900" cy="1275900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18000" spcFirstLastPara="1" rIns="18000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t/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97" name="Google Shape;397;p36"/>
          <p:cNvSpPr/>
          <p:nvPr/>
        </p:nvSpPr>
        <p:spPr>
          <a:xfrm>
            <a:off x="7744050" y="1345875"/>
            <a:ext cx="180000" cy="1800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5</a:t>
            </a:r>
            <a:endParaRPr b="1"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98" name="Google Shape;398;p36"/>
          <p:cNvSpPr txBox="1"/>
          <p:nvPr>
            <p:ph idx="5" type="title"/>
          </p:nvPr>
        </p:nvSpPr>
        <p:spPr>
          <a:xfrm>
            <a:off x="7130555" y="1581350"/>
            <a:ext cx="1407000" cy="1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99" name="Google Shape;399;p36"/>
          <p:cNvSpPr txBox="1"/>
          <p:nvPr>
            <p:ph idx="6" type="body"/>
          </p:nvPr>
        </p:nvSpPr>
        <p:spPr>
          <a:xfrm>
            <a:off x="3868500" y="1867526"/>
            <a:ext cx="1407000" cy="78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 rtl="0" algn="ctr">
              <a:spcBef>
                <a:spcPts val="0"/>
              </a:spcBef>
              <a:spcAft>
                <a:spcPts val="0"/>
              </a:spcAft>
              <a:buSzPts val="700"/>
              <a:buChar char="●"/>
              <a:defRPr sz="700"/>
            </a:lvl1pPr>
            <a:lvl2pPr indent="-273050" lvl="1" marL="914400" rtl="0" algn="ctr">
              <a:spcBef>
                <a:spcPts val="0"/>
              </a:spcBef>
              <a:spcAft>
                <a:spcPts val="0"/>
              </a:spcAft>
              <a:buSzPts val="700"/>
              <a:buChar char="○"/>
              <a:defRPr sz="700"/>
            </a:lvl2pPr>
            <a:lvl3pPr indent="-273050" lvl="2" marL="1371600" rtl="0" algn="ctr">
              <a:spcBef>
                <a:spcPts val="0"/>
              </a:spcBef>
              <a:spcAft>
                <a:spcPts val="0"/>
              </a:spcAft>
              <a:buSzPts val="700"/>
              <a:buChar char="■"/>
              <a:defRPr sz="700"/>
            </a:lvl3pPr>
            <a:lvl4pPr indent="-273050" lvl="3" marL="1828800" rtl="0" algn="ctr">
              <a:spcBef>
                <a:spcPts val="0"/>
              </a:spcBef>
              <a:spcAft>
                <a:spcPts val="0"/>
              </a:spcAft>
              <a:buSzPts val="700"/>
              <a:buChar char="●"/>
              <a:defRPr sz="700"/>
            </a:lvl4pPr>
            <a:lvl5pPr indent="-273050" lvl="4" marL="2286000" rtl="0" algn="ctr">
              <a:spcBef>
                <a:spcPts val="0"/>
              </a:spcBef>
              <a:spcAft>
                <a:spcPts val="0"/>
              </a:spcAft>
              <a:buSzPts val="700"/>
              <a:buChar char="○"/>
              <a:defRPr sz="700"/>
            </a:lvl5pPr>
            <a:lvl6pPr indent="-273050" lvl="5" marL="2743200" rtl="0" algn="ctr">
              <a:spcBef>
                <a:spcPts val="0"/>
              </a:spcBef>
              <a:spcAft>
                <a:spcPts val="0"/>
              </a:spcAft>
              <a:buSzPts val="700"/>
              <a:buChar char="■"/>
              <a:defRPr sz="700"/>
            </a:lvl6pPr>
            <a:lvl7pPr indent="-273050" lvl="6" marL="3200400" rtl="0" algn="ctr">
              <a:spcBef>
                <a:spcPts val="0"/>
              </a:spcBef>
              <a:spcAft>
                <a:spcPts val="0"/>
              </a:spcAft>
              <a:buSzPts val="700"/>
              <a:buChar char="●"/>
              <a:defRPr sz="700"/>
            </a:lvl7pPr>
            <a:lvl8pPr indent="-273050" lvl="7" marL="3657600" rtl="0">
              <a:spcBef>
                <a:spcPts val="0"/>
              </a:spcBef>
              <a:spcAft>
                <a:spcPts val="0"/>
              </a:spcAft>
              <a:buSzPts val="700"/>
              <a:buChar char="○"/>
              <a:defRPr sz="700"/>
            </a:lvl8pPr>
            <a:lvl9pPr indent="-273050" lvl="8" marL="4114800" rtl="0">
              <a:spcBef>
                <a:spcPts val="0"/>
              </a:spcBef>
              <a:spcAft>
                <a:spcPts val="0"/>
              </a:spcAft>
              <a:buSzPts val="700"/>
              <a:buChar char="■"/>
              <a:defRPr sz="700"/>
            </a:lvl9pPr>
          </a:lstStyle>
          <a:p/>
        </p:txBody>
      </p:sp>
      <p:sp>
        <p:nvSpPr>
          <p:cNvPr id="400" name="Google Shape;400;p36"/>
          <p:cNvSpPr/>
          <p:nvPr/>
        </p:nvSpPr>
        <p:spPr>
          <a:xfrm>
            <a:off x="3802050" y="1438700"/>
            <a:ext cx="1539900" cy="1275900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18000" spcFirstLastPara="1" rIns="18000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t/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01" name="Google Shape;401;p36"/>
          <p:cNvSpPr/>
          <p:nvPr/>
        </p:nvSpPr>
        <p:spPr>
          <a:xfrm>
            <a:off x="4482000" y="1345875"/>
            <a:ext cx="180000" cy="1800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3</a:t>
            </a:r>
            <a:endParaRPr b="1"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02" name="Google Shape;402;p36"/>
          <p:cNvSpPr txBox="1"/>
          <p:nvPr>
            <p:ph idx="7" type="title"/>
          </p:nvPr>
        </p:nvSpPr>
        <p:spPr>
          <a:xfrm>
            <a:off x="3868505" y="1581350"/>
            <a:ext cx="1407000" cy="1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03" name="Google Shape;403;p36"/>
          <p:cNvSpPr txBox="1"/>
          <p:nvPr>
            <p:ph idx="8" type="body"/>
          </p:nvPr>
        </p:nvSpPr>
        <p:spPr>
          <a:xfrm>
            <a:off x="5499525" y="1867526"/>
            <a:ext cx="1407000" cy="78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 rtl="0" algn="ctr">
              <a:spcBef>
                <a:spcPts val="0"/>
              </a:spcBef>
              <a:spcAft>
                <a:spcPts val="0"/>
              </a:spcAft>
              <a:buSzPts val="700"/>
              <a:buChar char="●"/>
              <a:defRPr sz="700"/>
            </a:lvl1pPr>
            <a:lvl2pPr indent="-273050" lvl="1" marL="914400" rtl="0" algn="ctr">
              <a:spcBef>
                <a:spcPts val="0"/>
              </a:spcBef>
              <a:spcAft>
                <a:spcPts val="0"/>
              </a:spcAft>
              <a:buSzPts val="700"/>
              <a:buChar char="○"/>
              <a:defRPr sz="700"/>
            </a:lvl2pPr>
            <a:lvl3pPr indent="-273050" lvl="2" marL="1371600" rtl="0" algn="ctr">
              <a:spcBef>
                <a:spcPts val="0"/>
              </a:spcBef>
              <a:spcAft>
                <a:spcPts val="0"/>
              </a:spcAft>
              <a:buSzPts val="700"/>
              <a:buChar char="■"/>
              <a:defRPr sz="700"/>
            </a:lvl3pPr>
            <a:lvl4pPr indent="-273050" lvl="3" marL="1828800" rtl="0" algn="ctr">
              <a:spcBef>
                <a:spcPts val="0"/>
              </a:spcBef>
              <a:spcAft>
                <a:spcPts val="0"/>
              </a:spcAft>
              <a:buSzPts val="700"/>
              <a:buChar char="●"/>
              <a:defRPr sz="700"/>
            </a:lvl4pPr>
            <a:lvl5pPr indent="-273050" lvl="4" marL="2286000" rtl="0" algn="ctr">
              <a:spcBef>
                <a:spcPts val="0"/>
              </a:spcBef>
              <a:spcAft>
                <a:spcPts val="0"/>
              </a:spcAft>
              <a:buSzPts val="700"/>
              <a:buChar char="○"/>
              <a:defRPr sz="700"/>
            </a:lvl5pPr>
            <a:lvl6pPr indent="-273050" lvl="5" marL="2743200" rtl="0" algn="ctr">
              <a:spcBef>
                <a:spcPts val="0"/>
              </a:spcBef>
              <a:spcAft>
                <a:spcPts val="0"/>
              </a:spcAft>
              <a:buSzPts val="700"/>
              <a:buChar char="■"/>
              <a:defRPr sz="700"/>
            </a:lvl6pPr>
            <a:lvl7pPr indent="-273050" lvl="6" marL="3200400" rtl="0" algn="ctr">
              <a:spcBef>
                <a:spcPts val="0"/>
              </a:spcBef>
              <a:spcAft>
                <a:spcPts val="0"/>
              </a:spcAft>
              <a:buSzPts val="700"/>
              <a:buChar char="●"/>
              <a:defRPr sz="700"/>
            </a:lvl7pPr>
            <a:lvl8pPr indent="-273050" lvl="7" marL="3657600" rtl="0">
              <a:spcBef>
                <a:spcPts val="0"/>
              </a:spcBef>
              <a:spcAft>
                <a:spcPts val="0"/>
              </a:spcAft>
              <a:buSzPts val="700"/>
              <a:buChar char="○"/>
              <a:defRPr sz="700"/>
            </a:lvl8pPr>
            <a:lvl9pPr indent="-273050" lvl="8" marL="4114800" rtl="0">
              <a:spcBef>
                <a:spcPts val="0"/>
              </a:spcBef>
              <a:spcAft>
                <a:spcPts val="0"/>
              </a:spcAft>
              <a:buSzPts val="700"/>
              <a:buChar char="■"/>
              <a:defRPr sz="700"/>
            </a:lvl9pPr>
          </a:lstStyle>
          <a:p/>
        </p:txBody>
      </p:sp>
      <p:sp>
        <p:nvSpPr>
          <p:cNvPr id="404" name="Google Shape;404;p36"/>
          <p:cNvSpPr/>
          <p:nvPr/>
        </p:nvSpPr>
        <p:spPr>
          <a:xfrm>
            <a:off x="5433075" y="1438700"/>
            <a:ext cx="1539900" cy="1275900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18000" spcFirstLastPara="1" rIns="18000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t/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05" name="Google Shape;405;p36"/>
          <p:cNvSpPr/>
          <p:nvPr/>
        </p:nvSpPr>
        <p:spPr>
          <a:xfrm>
            <a:off x="6113025" y="1345875"/>
            <a:ext cx="180000" cy="1800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4</a:t>
            </a:r>
            <a:endParaRPr b="1"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06" name="Google Shape;406;p36"/>
          <p:cNvSpPr txBox="1"/>
          <p:nvPr>
            <p:ph idx="9" type="title"/>
          </p:nvPr>
        </p:nvSpPr>
        <p:spPr>
          <a:xfrm>
            <a:off x="5499530" y="1581350"/>
            <a:ext cx="1407000" cy="1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07" name="Google Shape;407;p36"/>
          <p:cNvSpPr txBox="1"/>
          <p:nvPr>
            <p:ph idx="13" type="body"/>
          </p:nvPr>
        </p:nvSpPr>
        <p:spPr>
          <a:xfrm>
            <a:off x="2237475" y="1868538"/>
            <a:ext cx="1407000" cy="78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 rtl="0" algn="ctr">
              <a:spcBef>
                <a:spcPts val="0"/>
              </a:spcBef>
              <a:spcAft>
                <a:spcPts val="0"/>
              </a:spcAft>
              <a:buSzPts val="700"/>
              <a:buChar char="●"/>
              <a:defRPr sz="700"/>
            </a:lvl1pPr>
            <a:lvl2pPr indent="-273050" lvl="1" marL="914400" rtl="0" algn="ctr">
              <a:spcBef>
                <a:spcPts val="0"/>
              </a:spcBef>
              <a:spcAft>
                <a:spcPts val="0"/>
              </a:spcAft>
              <a:buSzPts val="700"/>
              <a:buChar char="○"/>
              <a:defRPr sz="700"/>
            </a:lvl2pPr>
            <a:lvl3pPr indent="-273050" lvl="2" marL="1371600" rtl="0" algn="ctr">
              <a:spcBef>
                <a:spcPts val="0"/>
              </a:spcBef>
              <a:spcAft>
                <a:spcPts val="0"/>
              </a:spcAft>
              <a:buSzPts val="700"/>
              <a:buChar char="■"/>
              <a:defRPr sz="700"/>
            </a:lvl3pPr>
            <a:lvl4pPr indent="-273050" lvl="3" marL="1828800" rtl="0" algn="ctr">
              <a:spcBef>
                <a:spcPts val="0"/>
              </a:spcBef>
              <a:spcAft>
                <a:spcPts val="0"/>
              </a:spcAft>
              <a:buSzPts val="700"/>
              <a:buChar char="●"/>
              <a:defRPr sz="700"/>
            </a:lvl4pPr>
            <a:lvl5pPr indent="-273050" lvl="4" marL="2286000" rtl="0" algn="ctr">
              <a:spcBef>
                <a:spcPts val="0"/>
              </a:spcBef>
              <a:spcAft>
                <a:spcPts val="0"/>
              </a:spcAft>
              <a:buSzPts val="700"/>
              <a:buChar char="○"/>
              <a:defRPr sz="700"/>
            </a:lvl5pPr>
            <a:lvl6pPr indent="-273050" lvl="5" marL="2743200" rtl="0" algn="ctr">
              <a:spcBef>
                <a:spcPts val="0"/>
              </a:spcBef>
              <a:spcAft>
                <a:spcPts val="0"/>
              </a:spcAft>
              <a:buSzPts val="700"/>
              <a:buChar char="■"/>
              <a:defRPr sz="700"/>
            </a:lvl6pPr>
            <a:lvl7pPr indent="-273050" lvl="6" marL="3200400" rtl="0" algn="ctr">
              <a:spcBef>
                <a:spcPts val="0"/>
              </a:spcBef>
              <a:spcAft>
                <a:spcPts val="0"/>
              </a:spcAft>
              <a:buSzPts val="700"/>
              <a:buChar char="●"/>
              <a:defRPr sz="700"/>
            </a:lvl7pPr>
            <a:lvl8pPr indent="-273050" lvl="7" marL="3657600" rtl="0">
              <a:spcBef>
                <a:spcPts val="0"/>
              </a:spcBef>
              <a:spcAft>
                <a:spcPts val="0"/>
              </a:spcAft>
              <a:buSzPts val="700"/>
              <a:buChar char="○"/>
              <a:defRPr sz="700"/>
            </a:lvl8pPr>
            <a:lvl9pPr indent="-273050" lvl="8" marL="4114800" rtl="0">
              <a:spcBef>
                <a:spcPts val="0"/>
              </a:spcBef>
              <a:spcAft>
                <a:spcPts val="0"/>
              </a:spcAft>
              <a:buSzPts val="700"/>
              <a:buChar char="■"/>
              <a:defRPr sz="700"/>
            </a:lvl9pPr>
          </a:lstStyle>
          <a:p/>
        </p:txBody>
      </p:sp>
      <p:sp>
        <p:nvSpPr>
          <p:cNvPr id="408" name="Google Shape;408;p36"/>
          <p:cNvSpPr/>
          <p:nvPr/>
        </p:nvSpPr>
        <p:spPr>
          <a:xfrm>
            <a:off x="2171025" y="1439713"/>
            <a:ext cx="1539900" cy="1275900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18000" spcFirstLastPara="1" rIns="18000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t/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09" name="Google Shape;409;p36"/>
          <p:cNvSpPr/>
          <p:nvPr/>
        </p:nvSpPr>
        <p:spPr>
          <a:xfrm>
            <a:off x="2850975" y="1346888"/>
            <a:ext cx="180000" cy="1800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 b="1"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10" name="Google Shape;410;p36"/>
          <p:cNvSpPr txBox="1"/>
          <p:nvPr>
            <p:ph idx="14" type="title"/>
          </p:nvPr>
        </p:nvSpPr>
        <p:spPr>
          <a:xfrm>
            <a:off x="2237480" y="1582363"/>
            <a:ext cx="1407000" cy="1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11" name="Google Shape;411;p36"/>
          <p:cNvSpPr txBox="1"/>
          <p:nvPr>
            <p:ph idx="15" type="body"/>
          </p:nvPr>
        </p:nvSpPr>
        <p:spPr>
          <a:xfrm>
            <a:off x="606450" y="3747576"/>
            <a:ext cx="1407000" cy="78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 rtl="0" algn="ctr">
              <a:spcBef>
                <a:spcPts val="0"/>
              </a:spcBef>
              <a:spcAft>
                <a:spcPts val="0"/>
              </a:spcAft>
              <a:buSzPts val="700"/>
              <a:buChar char="●"/>
              <a:defRPr sz="700"/>
            </a:lvl1pPr>
            <a:lvl2pPr indent="-273050" lvl="1" marL="914400" rtl="0" algn="ctr">
              <a:spcBef>
                <a:spcPts val="0"/>
              </a:spcBef>
              <a:spcAft>
                <a:spcPts val="0"/>
              </a:spcAft>
              <a:buSzPts val="700"/>
              <a:buChar char="○"/>
              <a:defRPr sz="700"/>
            </a:lvl2pPr>
            <a:lvl3pPr indent="-273050" lvl="2" marL="1371600" rtl="0" algn="ctr">
              <a:spcBef>
                <a:spcPts val="0"/>
              </a:spcBef>
              <a:spcAft>
                <a:spcPts val="0"/>
              </a:spcAft>
              <a:buSzPts val="700"/>
              <a:buChar char="■"/>
              <a:defRPr sz="700"/>
            </a:lvl3pPr>
            <a:lvl4pPr indent="-273050" lvl="3" marL="1828800" rtl="0" algn="ctr">
              <a:spcBef>
                <a:spcPts val="0"/>
              </a:spcBef>
              <a:spcAft>
                <a:spcPts val="0"/>
              </a:spcAft>
              <a:buSzPts val="700"/>
              <a:buChar char="●"/>
              <a:defRPr sz="700"/>
            </a:lvl4pPr>
            <a:lvl5pPr indent="-273050" lvl="4" marL="2286000" rtl="0" algn="ctr">
              <a:spcBef>
                <a:spcPts val="0"/>
              </a:spcBef>
              <a:spcAft>
                <a:spcPts val="0"/>
              </a:spcAft>
              <a:buSzPts val="700"/>
              <a:buChar char="○"/>
              <a:defRPr sz="700"/>
            </a:lvl5pPr>
            <a:lvl6pPr indent="-273050" lvl="5" marL="2743200" rtl="0" algn="ctr">
              <a:spcBef>
                <a:spcPts val="0"/>
              </a:spcBef>
              <a:spcAft>
                <a:spcPts val="0"/>
              </a:spcAft>
              <a:buSzPts val="700"/>
              <a:buChar char="■"/>
              <a:defRPr sz="700"/>
            </a:lvl6pPr>
            <a:lvl7pPr indent="-273050" lvl="6" marL="3200400" rtl="0" algn="ctr">
              <a:spcBef>
                <a:spcPts val="0"/>
              </a:spcBef>
              <a:spcAft>
                <a:spcPts val="0"/>
              </a:spcAft>
              <a:buSzPts val="700"/>
              <a:buChar char="●"/>
              <a:defRPr sz="700"/>
            </a:lvl7pPr>
            <a:lvl8pPr indent="-273050" lvl="7" marL="3657600" rtl="0">
              <a:spcBef>
                <a:spcPts val="0"/>
              </a:spcBef>
              <a:spcAft>
                <a:spcPts val="0"/>
              </a:spcAft>
              <a:buSzPts val="700"/>
              <a:buChar char="○"/>
              <a:defRPr sz="700"/>
            </a:lvl8pPr>
            <a:lvl9pPr indent="-273050" lvl="8" marL="4114800" rtl="0">
              <a:spcBef>
                <a:spcPts val="0"/>
              </a:spcBef>
              <a:spcAft>
                <a:spcPts val="0"/>
              </a:spcAft>
              <a:buSzPts val="700"/>
              <a:buChar char="■"/>
              <a:defRPr sz="700"/>
            </a:lvl9pPr>
          </a:lstStyle>
          <a:p/>
        </p:txBody>
      </p:sp>
      <p:sp>
        <p:nvSpPr>
          <p:cNvPr id="412" name="Google Shape;412;p36"/>
          <p:cNvSpPr txBox="1"/>
          <p:nvPr>
            <p:ph idx="16" type="subTitle"/>
          </p:nvPr>
        </p:nvSpPr>
        <p:spPr>
          <a:xfrm>
            <a:off x="540000" y="2903450"/>
            <a:ext cx="5061000" cy="267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100"/>
              <a:buFont typeface="Montserrat Medium"/>
              <a:buNone/>
              <a:defRPr sz="11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Montserrat Medium"/>
              <a:buNone/>
              <a:defRPr sz="9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413" name="Google Shape;413;p36"/>
          <p:cNvSpPr/>
          <p:nvPr/>
        </p:nvSpPr>
        <p:spPr>
          <a:xfrm>
            <a:off x="540000" y="3318750"/>
            <a:ext cx="1539900" cy="1275900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18000" spcFirstLastPara="1" rIns="18000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t/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14" name="Google Shape;414;p36"/>
          <p:cNvSpPr/>
          <p:nvPr/>
        </p:nvSpPr>
        <p:spPr>
          <a:xfrm>
            <a:off x="1219950" y="3225925"/>
            <a:ext cx="180000" cy="1800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6</a:t>
            </a:r>
            <a:endParaRPr b="1" sz="900">
              <a:solidFill>
                <a:schemeClr val="l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15" name="Google Shape;415;p36"/>
          <p:cNvSpPr txBox="1"/>
          <p:nvPr>
            <p:ph idx="17" type="title"/>
          </p:nvPr>
        </p:nvSpPr>
        <p:spPr>
          <a:xfrm>
            <a:off x="606455" y="3461400"/>
            <a:ext cx="1407000" cy="1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16" name="Google Shape;416;p36"/>
          <p:cNvSpPr txBox="1"/>
          <p:nvPr>
            <p:ph idx="18" type="body"/>
          </p:nvPr>
        </p:nvSpPr>
        <p:spPr>
          <a:xfrm>
            <a:off x="7130550" y="3747576"/>
            <a:ext cx="1407000" cy="78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 rtl="0" algn="ctr">
              <a:spcBef>
                <a:spcPts val="0"/>
              </a:spcBef>
              <a:spcAft>
                <a:spcPts val="0"/>
              </a:spcAft>
              <a:buSzPts val="700"/>
              <a:buChar char="●"/>
              <a:defRPr sz="700"/>
            </a:lvl1pPr>
            <a:lvl2pPr indent="-273050" lvl="1" marL="914400" rtl="0" algn="ctr">
              <a:spcBef>
                <a:spcPts val="0"/>
              </a:spcBef>
              <a:spcAft>
                <a:spcPts val="0"/>
              </a:spcAft>
              <a:buSzPts val="700"/>
              <a:buChar char="○"/>
              <a:defRPr sz="700"/>
            </a:lvl2pPr>
            <a:lvl3pPr indent="-273050" lvl="2" marL="1371600" rtl="0" algn="ctr">
              <a:spcBef>
                <a:spcPts val="0"/>
              </a:spcBef>
              <a:spcAft>
                <a:spcPts val="0"/>
              </a:spcAft>
              <a:buSzPts val="700"/>
              <a:buChar char="■"/>
              <a:defRPr sz="700"/>
            </a:lvl3pPr>
            <a:lvl4pPr indent="-273050" lvl="3" marL="1828800" rtl="0" algn="ctr">
              <a:spcBef>
                <a:spcPts val="0"/>
              </a:spcBef>
              <a:spcAft>
                <a:spcPts val="0"/>
              </a:spcAft>
              <a:buSzPts val="700"/>
              <a:buChar char="●"/>
              <a:defRPr sz="700"/>
            </a:lvl4pPr>
            <a:lvl5pPr indent="-273050" lvl="4" marL="2286000" rtl="0" algn="ctr">
              <a:spcBef>
                <a:spcPts val="0"/>
              </a:spcBef>
              <a:spcAft>
                <a:spcPts val="0"/>
              </a:spcAft>
              <a:buSzPts val="700"/>
              <a:buChar char="○"/>
              <a:defRPr sz="700"/>
            </a:lvl5pPr>
            <a:lvl6pPr indent="-273050" lvl="5" marL="2743200" rtl="0" algn="ctr">
              <a:spcBef>
                <a:spcPts val="0"/>
              </a:spcBef>
              <a:spcAft>
                <a:spcPts val="0"/>
              </a:spcAft>
              <a:buSzPts val="700"/>
              <a:buChar char="■"/>
              <a:defRPr sz="700"/>
            </a:lvl6pPr>
            <a:lvl7pPr indent="-273050" lvl="6" marL="3200400" rtl="0" algn="ctr">
              <a:spcBef>
                <a:spcPts val="0"/>
              </a:spcBef>
              <a:spcAft>
                <a:spcPts val="0"/>
              </a:spcAft>
              <a:buSzPts val="700"/>
              <a:buChar char="●"/>
              <a:defRPr sz="700"/>
            </a:lvl7pPr>
            <a:lvl8pPr indent="-273050" lvl="7" marL="3657600" rtl="0">
              <a:spcBef>
                <a:spcPts val="0"/>
              </a:spcBef>
              <a:spcAft>
                <a:spcPts val="0"/>
              </a:spcAft>
              <a:buSzPts val="700"/>
              <a:buChar char="○"/>
              <a:defRPr sz="700"/>
            </a:lvl8pPr>
            <a:lvl9pPr indent="-273050" lvl="8" marL="4114800" rtl="0">
              <a:spcBef>
                <a:spcPts val="0"/>
              </a:spcBef>
              <a:spcAft>
                <a:spcPts val="0"/>
              </a:spcAft>
              <a:buSzPts val="700"/>
              <a:buChar char="■"/>
              <a:defRPr sz="700"/>
            </a:lvl9pPr>
          </a:lstStyle>
          <a:p/>
        </p:txBody>
      </p:sp>
      <p:sp>
        <p:nvSpPr>
          <p:cNvPr id="417" name="Google Shape;417;p36"/>
          <p:cNvSpPr/>
          <p:nvPr/>
        </p:nvSpPr>
        <p:spPr>
          <a:xfrm>
            <a:off x="7064100" y="3318750"/>
            <a:ext cx="1539900" cy="1275900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18000" spcFirstLastPara="1" rIns="18000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t/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18" name="Google Shape;418;p36"/>
          <p:cNvSpPr/>
          <p:nvPr/>
        </p:nvSpPr>
        <p:spPr>
          <a:xfrm>
            <a:off x="7744050" y="3225925"/>
            <a:ext cx="180000" cy="1800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10</a:t>
            </a:r>
            <a:endParaRPr b="1" sz="900">
              <a:solidFill>
                <a:schemeClr val="l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19" name="Google Shape;419;p36"/>
          <p:cNvSpPr txBox="1"/>
          <p:nvPr>
            <p:ph idx="19" type="title"/>
          </p:nvPr>
        </p:nvSpPr>
        <p:spPr>
          <a:xfrm>
            <a:off x="7130555" y="3461400"/>
            <a:ext cx="1407000" cy="1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20" name="Google Shape;420;p36"/>
          <p:cNvSpPr txBox="1"/>
          <p:nvPr>
            <p:ph idx="20" type="body"/>
          </p:nvPr>
        </p:nvSpPr>
        <p:spPr>
          <a:xfrm>
            <a:off x="3868500" y="3747576"/>
            <a:ext cx="1407000" cy="78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 rtl="0" algn="ctr">
              <a:spcBef>
                <a:spcPts val="0"/>
              </a:spcBef>
              <a:spcAft>
                <a:spcPts val="0"/>
              </a:spcAft>
              <a:buSzPts val="700"/>
              <a:buChar char="●"/>
              <a:defRPr sz="700"/>
            </a:lvl1pPr>
            <a:lvl2pPr indent="-273050" lvl="1" marL="914400" rtl="0" algn="ctr">
              <a:spcBef>
                <a:spcPts val="0"/>
              </a:spcBef>
              <a:spcAft>
                <a:spcPts val="0"/>
              </a:spcAft>
              <a:buSzPts val="700"/>
              <a:buChar char="○"/>
              <a:defRPr sz="700"/>
            </a:lvl2pPr>
            <a:lvl3pPr indent="-273050" lvl="2" marL="1371600" rtl="0" algn="ctr">
              <a:spcBef>
                <a:spcPts val="0"/>
              </a:spcBef>
              <a:spcAft>
                <a:spcPts val="0"/>
              </a:spcAft>
              <a:buSzPts val="700"/>
              <a:buChar char="■"/>
              <a:defRPr sz="700"/>
            </a:lvl3pPr>
            <a:lvl4pPr indent="-273050" lvl="3" marL="1828800" rtl="0" algn="ctr">
              <a:spcBef>
                <a:spcPts val="0"/>
              </a:spcBef>
              <a:spcAft>
                <a:spcPts val="0"/>
              </a:spcAft>
              <a:buSzPts val="700"/>
              <a:buChar char="●"/>
              <a:defRPr sz="700"/>
            </a:lvl4pPr>
            <a:lvl5pPr indent="-273050" lvl="4" marL="2286000" rtl="0" algn="ctr">
              <a:spcBef>
                <a:spcPts val="0"/>
              </a:spcBef>
              <a:spcAft>
                <a:spcPts val="0"/>
              </a:spcAft>
              <a:buSzPts val="700"/>
              <a:buChar char="○"/>
              <a:defRPr sz="700"/>
            </a:lvl5pPr>
            <a:lvl6pPr indent="-273050" lvl="5" marL="2743200" rtl="0" algn="ctr">
              <a:spcBef>
                <a:spcPts val="0"/>
              </a:spcBef>
              <a:spcAft>
                <a:spcPts val="0"/>
              </a:spcAft>
              <a:buSzPts val="700"/>
              <a:buChar char="■"/>
              <a:defRPr sz="700"/>
            </a:lvl6pPr>
            <a:lvl7pPr indent="-273050" lvl="6" marL="3200400" rtl="0" algn="ctr">
              <a:spcBef>
                <a:spcPts val="0"/>
              </a:spcBef>
              <a:spcAft>
                <a:spcPts val="0"/>
              </a:spcAft>
              <a:buSzPts val="700"/>
              <a:buChar char="●"/>
              <a:defRPr sz="700"/>
            </a:lvl7pPr>
            <a:lvl8pPr indent="-273050" lvl="7" marL="3657600" rtl="0">
              <a:spcBef>
                <a:spcPts val="0"/>
              </a:spcBef>
              <a:spcAft>
                <a:spcPts val="0"/>
              </a:spcAft>
              <a:buSzPts val="700"/>
              <a:buChar char="○"/>
              <a:defRPr sz="700"/>
            </a:lvl8pPr>
            <a:lvl9pPr indent="-273050" lvl="8" marL="4114800" rtl="0">
              <a:spcBef>
                <a:spcPts val="0"/>
              </a:spcBef>
              <a:spcAft>
                <a:spcPts val="0"/>
              </a:spcAft>
              <a:buSzPts val="700"/>
              <a:buChar char="■"/>
              <a:defRPr sz="700"/>
            </a:lvl9pPr>
          </a:lstStyle>
          <a:p/>
        </p:txBody>
      </p:sp>
      <p:sp>
        <p:nvSpPr>
          <p:cNvPr id="421" name="Google Shape;421;p36"/>
          <p:cNvSpPr/>
          <p:nvPr/>
        </p:nvSpPr>
        <p:spPr>
          <a:xfrm>
            <a:off x="3802050" y="3318750"/>
            <a:ext cx="1539900" cy="1275900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18000" spcFirstLastPara="1" rIns="18000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t/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22" name="Google Shape;422;p36"/>
          <p:cNvSpPr/>
          <p:nvPr/>
        </p:nvSpPr>
        <p:spPr>
          <a:xfrm>
            <a:off x="4482000" y="3225925"/>
            <a:ext cx="180000" cy="1800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8</a:t>
            </a:r>
            <a:endParaRPr b="1" sz="900">
              <a:solidFill>
                <a:schemeClr val="l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23" name="Google Shape;423;p36"/>
          <p:cNvSpPr txBox="1"/>
          <p:nvPr>
            <p:ph idx="21" type="title"/>
          </p:nvPr>
        </p:nvSpPr>
        <p:spPr>
          <a:xfrm>
            <a:off x="3868505" y="3461400"/>
            <a:ext cx="1407000" cy="1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24" name="Google Shape;424;p36"/>
          <p:cNvSpPr txBox="1"/>
          <p:nvPr>
            <p:ph idx="22" type="body"/>
          </p:nvPr>
        </p:nvSpPr>
        <p:spPr>
          <a:xfrm>
            <a:off x="5499525" y="3747576"/>
            <a:ext cx="1407000" cy="78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 rtl="0" algn="ctr">
              <a:spcBef>
                <a:spcPts val="0"/>
              </a:spcBef>
              <a:spcAft>
                <a:spcPts val="0"/>
              </a:spcAft>
              <a:buSzPts val="700"/>
              <a:buChar char="●"/>
              <a:defRPr sz="700"/>
            </a:lvl1pPr>
            <a:lvl2pPr indent="-273050" lvl="1" marL="914400" rtl="0" algn="ctr">
              <a:spcBef>
                <a:spcPts val="0"/>
              </a:spcBef>
              <a:spcAft>
                <a:spcPts val="0"/>
              </a:spcAft>
              <a:buSzPts val="700"/>
              <a:buChar char="○"/>
              <a:defRPr sz="700"/>
            </a:lvl2pPr>
            <a:lvl3pPr indent="-273050" lvl="2" marL="1371600" rtl="0" algn="ctr">
              <a:spcBef>
                <a:spcPts val="0"/>
              </a:spcBef>
              <a:spcAft>
                <a:spcPts val="0"/>
              </a:spcAft>
              <a:buSzPts val="700"/>
              <a:buChar char="■"/>
              <a:defRPr sz="700"/>
            </a:lvl3pPr>
            <a:lvl4pPr indent="-273050" lvl="3" marL="1828800" rtl="0" algn="ctr">
              <a:spcBef>
                <a:spcPts val="0"/>
              </a:spcBef>
              <a:spcAft>
                <a:spcPts val="0"/>
              </a:spcAft>
              <a:buSzPts val="700"/>
              <a:buChar char="●"/>
              <a:defRPr sz="700"/>
            </a:lvl4pPr>
            <a:lvl5pPr indent="-273050" lvl="4" marL="2286000" rtl="0" algn="ctr">
              <a:spcBef>
                <a:spcPts val="0"/>
              </a:spcBef>
              <a:spcAft>
                <a:spcPts val="0"/>
              </a:spcAft>
              <a:buSzPts val="700"/>
              <a:buChar char="○"/>
              <a:defRPr sz="700"/>
            </a:lvl5pPr>
            <a:lvl6pPr indent="-273050" lvl="5" marL="2743200" rtl="0" algn="ctr">
              <a:spcBef>
                <a:spcPts val="0"/>
              </a:spcBef>
              <a:spcAft>
                <a:spcPts val="0"/>
              </a:spcAft>
              <a:buSzPts val="700"/>
              <a:buChar char="■"/>
              <a:defRPr sz="700"/>
            </a:lvl6pPr>
            <a:lvl7pPr indent="-273050" lvl="6" marL="3200400" rtl="0" algn="ctr">
              <a:spcBef>
                <a:spcPts val="0"/>
              </a:spcBef>
              <a:spcAft>
                <a:spcPts val="0"/>
              </a:spcAft>
              <a:buSzPts val="700"/>
              <a:buChar char="●"/>
              <a:defRPr sz="700"/>
            </a:lvl7pPr>
            <a:lvl8pPr indent="-273050" lvl="7" marL="3657600" rtl="0">
              <a:spcBef>
                <a:spcPts val="0"/>
              </a:spcBef>
              <a:spcAft>
                <a:spcPts val="0"/>
              </a:spcAft>
              <a:buSzPts val="700"/>
              <a:buChar char="○"/>
              <a:defRPr sz="700"/>
            </a:lvl8pPr>
            <a:lvl9pPr indent="-273050" lvl="8" marL="4114800" rtl="0">
              <a:spcBef>
                <a:spcPts val="0"/>
              </a:spcBef>
              <a:spcAft>
                <a:spcPts val="0"/>
              </a:spcAft>
              <a:buSzPts val="700"/>
              <a:buChar char="■"/>
              <a:defRPr sz="700"/>
            </a:lvl9pPr>
          </a:lstStyle>
          <a:p/>
        </p:txBody>
      </p:sp>
      <p:sp>
        <p:nvSpPr>
          <p:cNvPr id="425" name="Google Shape;425;p36"/>
          <p:cNvSpPr/>
          <p:nvPr/>
        </p:nvSpPr>
        <p:spPr>
          <a:xfrm>
            <a:off x="5433075" y="3318750"/>
            <a:ext cx="1539900" cy="1275900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18000" spcFirstLastPara="1" rIns="18000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t/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26" name="Google Shape;426;p36"/>
          <p:cNvSpPr/>
          <p:nvPr/>
        </p:nvSpPr>
        <p:spPr>
          <a:xfrm>
            <a:off x="6113025" y="3225925"/>
            <a:ext cx="180000" cy="1800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9</a:t>
            </a:r>
            <a:endParaRPr b="1" sz="900">
              <a:solidFill>
                <a:schemeClr val="l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27" name="Google Shape;427;p36"/>
          <p:cNvSpPr txBox="1"/>
          <p:nvPr>
            <p:ph idx="23" type="title"/>
          </p:nvPr>
        </p:nvSpPr>
        <p:spPr>
          <a:xfrm>
            <a:off x="5499530" y="3461400"/>
            <a:ext cx="1407000" cy="1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28" name="Google Shape;428;p36"/>
          <p:cNvSpPr txBox="1"/>
          <p:nvPr>
            <p:ph idx="24" type="body"/>
          </p:nvPr>
        </p:nvSpPr>
        <p:spPr>
          <a:xfrm>
            <a:off x="2237475" y="3748588"/>
            <a:ext cx="1407000" cy="78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 rtl="0" algn="ctr">
              <a:spcBef>
                <a:spcPts val="0"/>
              </a:spcBef>
              <a:spcAft>
                <a:spcPts val="0"/>
              </a:spcAft>
              <a:buSzPts val="700"/>
              <a:buChar char="●"/>
              <a:defRPr sz="700"/>
            </a:lvl1pPr>
            <a:lvl2pPr indent="-273050" lvl="1" marL="914400" rtl="0" algn="ctr">
              <a:spcBef>
                <a:spcPts val="0"/>
              </a:spcBef>
              <a:spcAft>
                <a:spcPts val="0"/>
              </a:spcAft>
              <a:buSzPts val="700"/>
              <a:buChar char="○"/>
              <a:defRPr sz="700"/>
            </a:lvl2pPr>
            <a:lvl3pPr indent="-273050" lvl="2" marL="1371600" rtl="0" algn="ctr">
              <a:spcBef>
                <a:spcPts val="0"/>
              </a:spcBef>
              <a:spcAft>
                <a:spcPts val="0"/>
              </a:spcAft>
              <a:buSzPts val="700"/>
              <a:buChar char="■"/>
              <a:defRPr sz="700"/>
            </a:lvl3pPr>
            <a:lvl4pPr indent="-273050" lvl="3" marL="1828800" rtl="0" algn="ctr">
              <a:spcBef>
                <a:spcPts val="0"/>
              </a:spcBef>
              <a:spcAft>
                <a:spcPts val="0"/>
              </a:spcAft>
              <a:buSzPts val="700"/>
              <a:buChar char="●"/>
              <a:defRPr sz="700"/>
            </a:lvl4pPr>
            <a:lvl5pPr indent="-273050" lvl="4" marL="2286000" rtl="0" algn="ctr">
              <a:spcBef>
                <a:spcPts val="0"/>
              </a:spcBef>
              <a:spcAft>
                <a:spcPts val="0"/>
              </a:spcAft>
              <a:buSzPts val="700"/>
              <a:buChar char="○"/>
              <a:defRPr sz="700"/>
            </a:lvl5pPr>
            <a:lvl6pPr indent="-273050" lvl="5" marL="2743200" rtl="0" algn="ctr">
              <a:spcBef>
                <a:spcPts val="0"/>
              </a:spcBef>
              <a:spcAft>
                <a:spcPts val="0"/>
              </a:spcAft>
              <a:buSzPts val="700"/>
              <a:buChar char="■"/>
              <a:defRPr sz="700"/>
            </a:lvl6pPr>
            <a:lvl7pPr indent="-273050" lvl="6" marL="3200400" rtl="0" algn="ctr">
              <a:spcBef>
                <a:spcPts val="0"/>
              </a:spcBef>
              <a:spcAft>
                <a:spcPts val="0"/>
              </a:spcAft>
              <a:buSzPts val="700"/>
              <a:buChar char="●"/>
              <a:defRPr sz="700"/>
            </a:lvl7pPr>
            <a:lvl8pPr indent="-273050" lvl="7" marL="3657600" rtl="0">
              <a:spcBef>
                <a:spcPts val="0"/>
              </a:spcBef>
              <a:spcAft>
                <a:spcPts val="0"/>
              </a:spcAft>
              <a:buSzPts val="700"/>
              <a:buChar char="○"/>
              <a:defRPr sz="700"/>
            </a:lvl8pPr>
            <a:lvl9pPr indent="-273050" lvl="8" marL="4114800" rtl="0">
              <a:spcBef>
                <a:spcPts val="0"/>
              </a:spcBef>
              <a:spcAft>
                <a:spcPts val="0"/>
              </a:spcAft>
              <a:buSzPts val="700"/>
              <a:buChar char="■"/>
              <a:defRPr sz="700"/>
            </a:lvl9pPr>
          </a:lstStyle>
          <a:p/>
        </p:txBody>
      </p:sp>
      <p:sp>
        <p:nvSpPr>
          <p:cNvPr id="429" name="Google Shape;429;p36"/>
          <p:cNvSpPr/>
          <p:nvPr/>
        </p:nvSpPr>
        <p:spPr>
          <a:xfrm>
            <a:off x="2171025" y="3319763"/>
            <a:ext cx="1539900" cy="1275900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18000" spcFirstLastPara="1" rIns="18000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t/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30" name="Google Shape;430;p36"/>
          <p:cNvSpPr/>
          <p:nvPr/>
        </p:nvSpPr>
        <p:spPr>
          <a:xfrm>
            <a:off x="2850975" y="3226938"/>
            <a:ext cx="180000" cy="1800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7</a:t>
            </a:r>
            <a:endParaRPr b="1" sz="900">
              <a:solidFill>
                <a:schemeClr val="l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31" name="Google Shape;431;p36"/>
          <p:cNvSpPr txBox="1"/>
          <p:nvPr>
            <p:ph idx="25" type="title"/>
          </p:nvPr>
        </p:nvSpPr>
        <p:spPr>
          <a:xfrm>
            <a:off x="2237480" y="3462413"/>
            <a:ext cx="1407000" cy="1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230">
          <p15:clr>
            <a:srgbClr val="E46962"/>
          </p15:clr>
        </p15:guide>
        <p15:guide id="2" pos="1778">
          <p15:clr>
            <a:srgbClr val="E46962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us report">
  <p:cSld name="CUSTOM_18_2_2_1_1_1_1_1"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33" name="Google Shape;433;p37"/>
          <p:cNvCxnSpPr/>
          <p:nvPr/>
        </p:nvCxnSpPr>
        <p:spPr>
          <a:xfrm>
            <a:off x="3183625" y="1235875"/>
            <a:ext cx="0" cy="331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34" name="Google Shape;434;p37"/>
          <p:cNvSpPr txBox="1"/>
          <p:nvPr>
            <p:ph idx="1" type="body"/>
          </p:nvPr>
        </p:nvSpPr>
        <p:spPr>
          <a:xfrm>
            <a:off x="3544250" y="1587450"/>
            <a:ext cx="5059800" cy="118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92100" lvl="1" marL="9144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92100" lvl="2" marL="13716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92100" lvl="3" marL="18288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92100" lvl="4" marL="22860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92100" lvl="5" marL="27432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92100" lvl="6" marL="32004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92100" lvl="7" marL="36576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92100" lvl="8" marL="41148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435" name="Google Shape;435;p37"/>
          <p:cNvSpPr txBox="1"/>
          <p:nvPr>
            <p:ph idx="2" type="subTitle"/>
          </p:nvPr>
        </p:nvSpPr>
        <p:spPr>
          <a:xfrm>
            <a:off x="3544250" y="1227450"/>
            <a:ext cx="5059800" cy="18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300"/>
              <a:buFont typeface="Montserrat Medium"/>
              <a:buNone/>
              <a:defRPr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436" name="Google Shape;436;p37"/>
          <p:cNvSpPr txBox="1"/>
          <p:nvPr>
            <p:ph idx="3" type="body"/>
          </p:nvPr>
        </p:nvSpPr>
        <p:spPr>
          <a:xfrm>
            <a:off x="525450" y="3961375"/>
            <a:ext cx="2283000" cy="58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92100" lvl="1" marL="9144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92100" lvl="2" marL="13716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92100" lvl="3" marL="18288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92100" lvl="4" marL="22860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92100" lvl="5" marL="27432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92100" lvl="6" marL="32004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92100" lvl="7" marL="36576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92100" lvl="8" marL="41148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437" name="Google Shape;437;p37"/>
          <p:cNvSpPr txBox="1"/>
          <p:nvPr>
            <p:ph idx="4" type="subTitle"/>
          </p:nvPr>
        </p:nvSpPr>
        <p:spPr>
          <a:xfrm>
            <a:off x="525450" y="3603850"/>
            <a:ext cx="2283000" cy="18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300"/>
              <a:buFont typeface="Montserrat Medium"/>
              <a:buNone/>
              <a:defRPr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438" name="Google Shape;438;p37"/>
          <p:cNvSpPr txBox="1"/>
          <p:nvPr>
            <p:ph type="title"/>
          </p:nvPr>
        </p:nvSpPr>
        <p:spPr>
          <a:xfrm>
            <a:off x="540000" y="360000"/>
            <a:ext cx="2253900" cy="28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Montserrat Medium"/>
              <a:buNone/>
              <a:defRPr b="0" sz="200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39" name="Google Shape;439;p37"/>
          <p:cNvSpPr txBox="1"/>
          <p:nvPr>
            <p:ph idx="5" type="subTitle"/>
          </p:nvPr>
        </p:nvSpPr>
        <p:spPr>
          <a:xfrm>
            <a:off x="540000" y="648125"/>
            <a:ext cx="2253900" cy="25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9pPr>
          </a:lstStyle>
          <a:p/>
        </p:txBody>
      </p:sp>
      <p:sp>
        <p:nvSpPr>
          <p:cNvPr id="440" name="Google Shape;440;p37"/>
          <p:cNvSpPr txBox="1"/>
          <p:nvPr>
            <p:ph idx="6" type="body"/>
          </p:nvPr>
        </p:nvSpPr>
        <p:spPr>
          <a:xfrm>
            <a:off x="3544250" y="3365475"/>
            <a:ext cx="5059800" cy="118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92100" lvl="1" marL="9144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92100" lvl="2" marL="13716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92100" lvl="3" marL="18288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92100" lvl="4" marL="22860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92100" lvl="5" marL="27432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92100" lvl="6" marL="32004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92100" lvl="7" marL="36576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92100" lvl="8" marL="41148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441" name="Google Shape;441;p37"/>
          <p:cNvSpPr txBox="1"/>
          <p:nvPr>
            <p:ph idx="7" type="subTitle"/>
          </p:nvPr>
        </p:nvSpPr>
        <p:spPr>
          <a:xfrm>
            <a:off x="3544250" y="3005475"/>
            <a:ext cx="5059800" cy="18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300"/>
              <a:buFont typeface="Montserrat Medium"/>
              <a:buNone/>
              <a:defRPr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442" name="Google Shape;442;p37"/>
          <p:cNvSpPr/>
          <p:nvPr/>
        </p:nvSpPr>
        <p:spPr>
          <a:xfrm>
            <a:off x="525450" y="1235875"/>
            <a:ext cx="2283000" cy="745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443" name="Google Shape;443;p37"/>
          <p:cNvSpPr txBox="1"/>
          <p:nvPr>
            <p:ph idx="8" type="body"/>
          </p:nvPr>
        </p:nvSpPr>
        <p:spPr>
          <a:xfrm>
            <a:off x="540000" y="2690450"/>
            <a:ext cx="2283000" cy="58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92100" lvl="1" marL="9144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92100" lvl="2" marL="13716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92100" lvl="3" marL="18288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92100" lvl="4" marL="22860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92100" lvl="5" marL="27432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92100" lvl="6" marL="32004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92100" lvl="7" marL="36576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92100" lvl="8" marL="4114800" rtl="0"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0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444" name="Google Shape;444;p37"/>
          <p:cNvSpPr txBox="1"/>
          <p:nvPr>
            <p:ph idx="9" type="subTitle"/>
          </p:nvPr>
        </p:nvSpPr>
        <p:spPr>
          <a:xfrm>
            <a:off x="540000" y="2332925"/>
            <a:ext cx="2283000" cy="18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300"/>
              <a:buFont typeface="Montserrat Medium"/>
              <a:buNone/>
              <a:defRPr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Medium"/>
              <a:buNone/>
              <a:defRPr sz="13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445" name="Google Shape;445;p37"/>
          <p:cNvSpPr txBox="1"/>
          <p:nvPr/>
        </p:nvSpPr>
        <p:spPr>
          <a:xfrm>
            <a:off x="635863" y="1812125"/>
            <a:ext cx="572400" cy="11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Status</a:t>
            </a:r>
            <a:endParaRPr sz="700">
              <a:solidFill>
                <a:schemeClr val="dk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446" name="Google Shape;446;p37"/>
          <p:cNvSpPr txBox="1"/>
          <p:nvPr/>
        </p:nvSpPr>
        <p:spPr>
          <a:xfrm>
            <a:off x="1380746" y="1812125"/>
            <a:ext cx="572400" cy="11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Files</a:t>
            </a:r>
            <a:endParaRPr sz="700">
              <a:solidFill>
                <a:schemeClr val="dk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447" name="Google Shape;447;p37"/>
          <p:cNvSpPr txBox="1"/>
          <p:nvPr/>
        </p:nvSpPr>
        <p:spPr>
          <a:xfrm>
            <a:off x="2125629" y="1812125"/>
            <a:ext cx="572400" cy="11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Owner</a:t>
            </a:r>
            <a:endParaRPr sz="700">
              <a:solidFill>
                <a:schemeClr val="dk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448" name="Google Shape;448;p37"/>
          <p:cNvSpPr/>
          <p:nvPr>
            <p:ph idx="13" type="pic"/>
          </p:nvPr>
        </p:nvSpPr>
        <p:spPr>
          <a:xfrm>
            <a:off x="2213975" y="1333075"/>
            <a:ext cx="395700" cy="395700"/>
          </a:xfrm>
          <a:prstGeom prst="ellipse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2230">
          <p15:clr>
            <a:srgbClr val="E46962"/>
          </p15:clr>
        </p15:guide>
        <p15:guide id="2" pos="1778">
          <p15:clr>
            <a:srgbClr val="E46962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Use case scoping">
  <p:cSld name="TITLE_1_1_1_2_1_1_1"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0" name="Google Shape;450;p38"/>
          <p:cNvCxnSpPr/>
          <p:nvPr/>
        </p:nvCxnSpPr>
        <p:spPr>
          <a:xfrm>
            <a:off x="2480125" y="1397000"/>
            <a:ext cx="0" cy="245100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451" name="Google Shape;451;p38"/>
          <p:cNvSpPr txBox="1"/>
          <p:nvPr>
            <p:ph idx="1" type="body"/>
          </p:nvPr>
        </p:nvSpPr>
        <p:spPr>
          <a:xfrm>
            <a:off x="540000" y="1397000"/>
            <a:ext cx="1777200" cy="246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●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73050" lvl="1" marL="9144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○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73050" lvl="2" marL="13716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■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73050" lvl="3" marL="18288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●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73050" lvl="4" marL="22860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○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73050" lvl="5" marL="27432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■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73050" lvl="6" marL="32004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●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73050" lvl="7" marL="36576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○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73050" lvl="8" marL="41148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■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452" name="Google Shape;452;p38"/>
          <p:cNvSpPr txBox="1"/>
          <p:nvPr>
            <p:ph idx="2" type="subTitle"/>
          </p:nvPr>
        </p:nvSpPr>
        <p:spPr>
          <a:xfrm>
            <a:off x="540900" y="1080000"/>
            <a:ext cx="1777200" cy="213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000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453" name="Google Shape;453;p38"/>
          <p:cNvSpPr txBox="1"/>
          <p:nvPr>
            <p:ph idx="3" type="body"/>
          </p:nvPr>
        </p:nvSpPr>
        <p:spPr>
          <a:xfrm>
            <a:off x="5322100" y="1397000"/>
            <a:ext cx="3279900" cy="62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●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73050" lvl="1" marL="9144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○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73050" lvl="2" marL="13716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■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73050" lvl="3" marL="18288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●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73050" lvl="4" marL="22860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○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73050" lvl="5" marL="27432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■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73050" lvl="6" marL="32004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●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73050" lvl="7" marL="36576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○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73050" lvl="8" marL="41148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■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454" name="Google Shape;454;p38"/>
          <p:cNvSpPr txBox="1"/>
          <p:nvPr>
            <p:ph idx="4" type="subTitle"/>
          </p:nvPr>
        </p:nvSpPr>
        <p:spPr>
          <a:xfrm>
            <a:off x="5323761" y="1080000"/>
            <a:ext cx="3279900" cy="213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000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455" name="Google Shape;455;p38"/>
          <p:cNvSpPr txBox="1"/>
          <p:nvPr>
            <p:ph idx="5" type="body"/>
          </p:nvPr>
        </p:nvSpPr>
        <p:spPr>
          <a:xfrm>
            <a:off x="2641550" y="1397000"/>
            <a:ext cx="2354700" cy="246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●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73050" lvl="1" marL="9144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○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73050" lvl="2" marL="13716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■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73050" lvl="3" marL="18288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●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73050" lvl="4" marL="22860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○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73050" lvl="5" marL="27432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■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73050" lvl="6" marL="32004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●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73050" lvl="7" marL="36576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○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73050" lvl="8" marL="41148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■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456" name="Google Shape;456;p38"/>
          <p:cNvSpPr txBox="1"/>
          <p:nvPr>
            <p:ph idx="6" type="subTitle"/>
          </p:nvPr>
        </p:nvSpPr>
        <p:spPr>
          <a:xfrm>
            <a:off x="2642742" y="1080000"/>
            <a:ext cx="2354700" cy="213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000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457" name="Google Shape;457;p38"/>
          <p:cNvSpPr/>
          <p:nvPr/>
        </p:nvSpPr>
        <p:spPr>
          <a:xfrm>
            <a:off x="2450125" y="1132500"/>
            <a:ext cx="60600" cy="108000"/>
          </a:xfrm>
          <a:prstGeom prst="chevron">
            <a:avLst>
              <a:gd fmla="val 5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cxnSp>
        <p:nvCxnSpPr>
          <p:cNvPr id="458" name="Google Shape;458;p38"/>
          <p:cNvCxnSpPr/>
          <p:nvPr/>
        </p:nvCxnSpPr>
        <p:spPr>
          <a:xfrm>
            <a:off x="5158875" y="1397000"/>
            <a:ext cx="0" cy="315630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459" name="Google Shape;459;p38"/>
          <p:cNvSpPr/>
          <p:nvPr/>
        </p:nvSpPr>
        <p:spPr>
          <a:xfrm>
            <a:off x="5128875" y="1132500"/>
            <a:ext cx="60600" cy="108000"/>
          </a:xfrm>
          <a:prstGeom prst="chevron">
            <a:avLst>
              <a:gd fmla="val 5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460" name="Google Shape;460;p38"/>
          <p:cNvSpPr txBox="1"/>
          <p:nvPr>
            <p:ph idx="7" type="body"/>
          </p:nvPr>
        </p:nvSpPr>
        <p:spPr>
          <a:xfrm>
            <a:off x="5322925" y="2444400"/>
            <a:ext cx="3279900" cy="62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●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73050" lvl="1" marL="9144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○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73050" lvl="2" marL="13716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■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73050" lvl="3" marL="18288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●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73050" lvl="4" marL="22860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○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73050" lvl="5" marL="27432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■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73050" lvl="6" marL="32004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●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73050" lvl="7" marL="36576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○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73050" lvl="8" marL="41148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■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461" name="Google Shape;461;p38"/>
          <p:cNvSpPr txBox="1"/>
          <p:nvPr>
            <p:ph idx="8" type="subTitle"/>
          </p:nvPr>
        </p:nvSpPr>
        <p:spPr>
          <a:xfrm>
            <a:off x="5324586" y="2127400"/>
            <a:ext cx="3279900" cy="213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000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462" name="Google Shape;462;p38"/>
          <p:cNvSpPr txBox="1"/>
          <p:nvPr>
            <p:ph idx="9" type="body"/>
          </p:nvPr>
        </p:nvSpPr>
        <p:spPr>
          <a:xfrm>
            <a:off x="5321500" y="3523900"/>
            <a:ext cx="3279900" cy="102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●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73050" lvl="1" marL="9144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○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73050" lvl="2" marL="13716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■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73050" lvl="3" marL="18288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●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73050" lvl="4" marL="22860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○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73050" lvl="5" marL="27432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■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73050" lvl="6" marL="32004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●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73050" lvl="7" marL="36576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○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73050" lvl="8" marL="41148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■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463" name="Google Shape;463;p38"/>
          <p:cNvSpPr txBox="1"/>
          <p:nvPr>
            <p:ph idx="13" type="subTitle"/>
          </p:nvPr>
        </p:nvSpPr>
        <p:spPr>
          <a:xfrm>
            <a:off x="5323161" y="3206900"/>
            <a:ext cx="3279900" cy="213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000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464" name="Google Shape;464;p38"/>
          <p:cNvSpPr txBox="1"/>
          <p:nvPr>
            <p:ph type="title"/>
          </p:nvPr>
        </p:nvSpPr>
        <p:spPr>
          <a:xfrm>
            <a:off x="540000" y="360000"/>
            <a:ext cx="4457400" cy="28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5" name="Google Shape;465;p38"/>
          <p:cNvSpPr txBox="1"/>
          <p:nvPr>
            <p:ph idx="14" type="subTitle"/>
          </p:nvPr>
        </p:nvSpPr>
        <p:spPr>
          <a:xfrm>
            <a:off x="540000" y="687125"/>
            <a:ext cx="4456200" cy="21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466" name="Google Shape;466;p38"/>
          <p:cNvSpPr txBox="1"/>
          <p:nvPr>
            <p:ph idx="15" type="subTitle"/>
          </p:nvPr>
        </p:nvSpPr>
        <p:spPr>
          <a:xfrm>
            <a:off x="540000" y="203200"/>
            <a:ext cx="4457400" cy="10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800"/>
              <a:buFont typeface="Montserrat"/>
              <a:buNone/>
              <a:defRPr b="1" sz="8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800"/>
              <a:buFont typeface="Montserrat"/>
              <a:buNone/>
              <a:defRPr b="1" sz="800"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800"/>
              <a:buFont typeface="Montserrat"/>
              <a:buNone/>
              <a:defRPr b="1" sz="800"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800"/>
              <a:buFont typeface="Montserrat"/>
              <a:buNone/>
              <a:defRPr b="1" sz="800"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800"/>
              <a:buFont typeface="Montserrat"/>
              <a:buNone/>
              <a:defRPr b="1" sz="800"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800"/>
              <a:buFont typeface="Montserrat"/>
              <a:buNone/>
              <a:defRPr b="1" sz="800"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800"/>
              <a:buFont typeface="Montserrat"/>
              <a:buNone/>
              <a:defRPr b="1" sz="800"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800"/>
              <a:buFont typeface="Montserrat"/>
              <a:buNone/>
              <a:defRPr b="1" sz="800"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800"/>
              <a:buFont typeface="Montserrat"/>
              <a:buNone/>
              <a:defRPr b="1" sz="8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467" name="Google Shape;467;p38"/>
          <p:cNvSpPr/>
          <p:nvPr/>
        </p:nvSpPr>
        <p:spPr>
          <a:xfrm>
            <a:off x="5324575" y="203200"/>
            <a:ext cx="3279900" cy="6969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468" name="Google Shape;468;p38"/>
          <p:cNvSpPr/>
          <p:nvPr>
            <p:ph idx="16" type="pic"/>
          </p:nvPr>
        </p:nvSpPr>
        <p:spPr>
          <a:xfrm>
            <a:off x="7017888" y="426575"/>
            <a:ext cx="395700" cy="395700"/>
          </a:xfrm>
          <a:prstGeom prst="ellipse">
            <a:avLst/>
          </a:prstGeom>
          <a:noFill/>
          <a:ln>
            <a:noFill/>
          </a:ln>
        </p:spPr>
      </p:sp>
      <p:sp>
        <p:nvSpPr>
          <p:cNvPr id="469" name="Google Shape;469;p38"/>
          <p:cNvSpPr txBox="1"/>
          <p:nvPr>
            <p:ph idx="17" type="subTitle"/>
          </p:nvPr>
        </p:nvSpPr>
        <p:spPr>
          <a:xfrm>
            <a:off x="7022913" y="280938"/>
            <a:ext cx="1456200" cy="8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700"/>
              <a:buFont typeface="Montserrat"/>
              <a:buNone/>
              <a:defRPr b="1" sz="7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470" name="Google Shape;470;p38"/>
          <p:cNvSpPr txBox="1"/>
          <p:nvPr>
            <p:ph idx="18" type="body"/>
          </p:nvPr>
        </p:nvSpPr>
        <p:spPr>
          <a:xfrm>
            <a:off x="7489588" y="424038"/>
            <a:ext cx="984600" cy="174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73050" lvl="0" marL="457200" rtl="0">
              <a:spcBef>
                <a:spcPts val="0"/>
              </a:spcBef>
              <a:spcAft>
                <a:spcPts val="0"/>
              </a:spcAft>
              <a:buSzPts val="700"/>
              <a:buFont typeface="Montserrat Medium"/>
              <a:buChar char="●"/>
              <a:defRPr sz="70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indent="-273050" lvl="1" marL="914400" rtl="0">
              <a:spcBef>
                <a:spcPts val="0"/>
              </a:spcBef>
              <a:spcAft>
                <a:spcPts val="0"/>
              </a:spcAft>
              <a:buSzPts val="700"/>
              <a:buFont typeface="Montserrat Medium"/>
              <a:buChar char="○"/>
              <a:defRPr sz="700"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indent="-273050" lvl="2" marL="1371600" rtl="0">
              <a:spcBef>
                <a:spcPts val="0"/>
              </a:spcBef>
              <a:spcAft>
                <a:spcPts val="0"/>
              </a:spcAft>
              <a:buSzPts val="700"/>
              <a:buFont typeface="Montserrat Medium"/>
              <a:buChar char="■"/>
              <a:defRPr sz="700"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indent="-273050" lvl="3" marL="1828800" rtl="0">
              <a:spcBef>
                <a:spcPts val="0"/>
              </a:spcBef>
              <a:spcAft>
                <a:spcPts val="0"/>
              </a:spcAft>
              <a:buSzPts val="700"/>
              <a:buFont typeface="Montserrat Medium"/>
              <a:buChar char="●"/>
              <a:defRPr sz="700"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indent="-273050" lvl="4" marL="2286000" rtl="0">
              <a:spcBef>
                <a:spcPts val="0"/>
              </a:spcBef>
              <a:spcAft>
                <a:spcPts val="0"/>
              </a:spcAft>
              <a:buSzPts val="700"/>
              <a:buFont typeface="Montserrat Medium"/>
              <a:buChar char="○"/>
              <a:defRPr sz="700"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indent="-273050" lvl="5" marL="2743200" rtl="0">
              <a:spcBef>
                <a:spcPts val="0"/>
              </a:spcBef>
              <a:spcAft>
                <a:spcPts val="0"/>
              </a:spcAft>
              <a:buSzPts val="700"/>
              <a:buFont typeface="Montserrat Medium"/>
              <a:buChar char="■"/>
              <a:defRPr sz="700"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indent="-273050" lvl="6" marL="3200400" rtl="0">
              <a:spcBef>
                <a:spcPts val="0"/>
              </a:spcBef>
              <a:spcAft>
                <a:spcPts val="0"/>
              </a:spcAft>
              <a:buSzPts val="700"/>
              <a:buFont typeface="Montserrat Medium"/>
              <a:buChar char="●"/>
              <a:defRPr sz="700"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indent="-273050" lvl="7" marL="3657600" rtl="0">
              <a:spcBef>
                <a:spcPts val="0"/>
              </a:spcBef>
              <a:spcAft>
                <a:spcPts val="0"/>
              </a:spcAft>
              <a:buSzPts val="700"/>
              <a:buFont typeface="Montserrat Medium"/>
              <a:buChar char="○"/>
              <a:defRPr sz="700"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indent="-273050" lvl="8" marL="4114800" rtl="0">
              <a:spcBef>
                <a:spcPts val="0"/>
              </a:spcBef>
              <a:spcAft>
                <a:spcPts val="0"/>
              </a:spcAft>
              <a:buSzPts val="700"/>
              <a:buFont typeface="Montserrat Medium"/>
              <a:buChar char="■"/>
              <a:defRPr sz="700"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471" name="Google Shape;471;p38"/>
          <p:cNvSpPr/>
          <p:nvPr>
            <p:ph idx="19" type="pic"/>
          </p:nvPr>
        </p:nvSpPr>
        <p:spPr>
          <a:xfrm>
            <a:off x="5449938" y="426575"/>
            <a:ext cx="395700" cy="395700"/>
          </a:xfrm>
          <a:prstGeom prst="ellipse">
            <a:avLst/>
          </a:prstGeom>
          <a:noFill/>
          <a:ln>
            <a:noFill/>
          </a:ln>
        </p:spPr>
      </p:sp>
      <p:sp>
        <p:nvSpPr>
          <p:cNvPr id="472" name="Google Shape;472;p38"/>
          <p:cNvSpPr txBox="1"/>
          <p:nvPr>
            <p:ph idx="20" type="subTitle"/>
          </p:nvPr>
        </p:nvSpPr>
        <p:spPr>
          <a:xfrm>
            <a:off x="5454963" y="280938"/>
            <a:ext cx="1456200" cy="8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700"/>
              <a:buFont typeface="Montserrat"/>
              <a:buNone/>
              <a:defRPr b="1" sz="7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473" name="Google Shape;473;p38"/>
          <p:cNvSpPr txBox="1"/>
          <p:nvPr>
            <p:ph idx="21" type="body"/>
          </p:nvPr>
        </p:nvSpPr>
        <p:spPr>
          <a:xfrm>
            <a:off x="5921638" y="424038"/>
            <a:ext cx="984600" cy="174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73050" lvl="0" marL="457200" rtl="0">
              <a:spcBef>
                <a:spcPts val="0"/>
              </a:spcBef>
              <a:spcAft>
                <a:spcPts val="0"/>
              </a:spcAft>
              <a:buSzPts val="700"/>
              <a:buFont typeface="Montserrat Medium"/>
              <a:buChar char="●"/>
              <a:defRPr sz="70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indent="-273050" lvl="1" marL="914400" rtl="0">
              <a:spcBef>
                <a:spcPts val="0"/>
              </a:spcBef>
              <a:spcAft>
                <a:spcPts val="0"/>
              </a:spcAft>
              <a:buSzPts val="700"/>
              <a:buFont typeface="Montserrat Medium"/>
              <a:buChar char="○"/>
              <a:defRPr sz="700"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indent="-273050" lvl="2" marL="1371600" rtl="0">
              <a:spcBef>
                <a:spcPts val="0"/>
              </a:spcBef>
              <a:spcAft>
                <a:spcPts val="0"/>
              </a:spcAft>
              <a:buSzPts val="700"/>
              <a:buFont typeface="Montserrat Medium"/>
              <a:buChar char="■"/>
              <a:defRPr sz="700"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indent="-273050" lvl="3" marL="1828800" rtl="0">
              <a:spcBef>
                <a:spcPts val="0"/>
              </a:spcBef>
              <a:spcAft>
                <a:spcPts val="0"/>
              </a:spcAft>
              <a:buSzPts val="700"/>
              <a:buFont typeface="Montserrat Medium"/>
              <a:buChar char="●"/>
              <a:defRPr sz="700"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indent="-273050" lvl="4" marL="2286000" rtl="0">
              <a:spcBef>
                <a:spcPts val="0"/>
              </a:spcBef>
              <a:spcAft>
                <a:spcPts val="0"/>
              </a:spcAft>
              <a:buSzPts val="700"/>
              <a:buFont typeface="Montserrat Medium"/>
              <a:buChar char="○"/>
              <a:defRPr sz="700"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indent="-273050" lvl="5" marL="2743200" rtl="0">
              <a:spcBef>
                <a:spcPts val="0"/>
              </a:spcBef>
              <a:spcAft>
                <a:spcPts val="0"/>
              </a:spcAft>
              <a:buSzPts val="700"/>
              <a:buFont typeface="Montserrat Medium"/>
              <a:buChar char="■"/>
              <a:defRPr sz="700"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indent="-273050" lvl="6" marL="3200400" rtl="0">
              <a:spcBef>
                <a:spcPts val="0"/>
              </a:spcBef>
              <a:spcAft>
                <a:spcPts val="0"/>
              </a:spcAft>
              <a:buSzPts val="700"/>
              <a:buFont typeface="Montserrat Medium"/>
              <a:buChar char="●"/>
              <a:defRPr sz="700"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indent="-273050" lvl="7" marL="3657600" rtl="0">
              <a:spcBef>
                <a:spcPts val="0"/>
              </a:spcBef>
              <a:spcAft>
                <a:spcPts val="0"/>
              </a:spcAft>
              <a:buSzPts val="700"/>
              <a:buFont typeface="Montserrat Medium"/>
              <a:buChar char="○"/>
              <a:defRPr sz="700"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indent="-273050" lvl="8" marL="4114800" rtl="0">
              <a:spcBef>
                <a:spcPts val="0"/>
              </a:spcBef>
              <a:spcAft>
                <a:spcPts val="0"/>
              </a:spcAft>
              <a:buSzPts val="700"/>
              <a:buFont typeface="Montserrat Medium"/>
              <a:buChar char="■"/>
              <a:defRPr sz="700"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474" name="Google Shape;474;p38"/>
          <p:cNvSpPr txBox="1"/>
          <p:nvPr>
            <p:ph idx="22" type="body"/>
          </p:nvPr>
        </p:nvSpPr>
        <p:spPr>
          <a:xfrm>
            <a:off x="7494313" y="642338"/>
            <a:ext cx="984600" cy="17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66700" lvl="0" marL="457200" rtl="0">
              <a:spcBef>
                <a:spcPts val="0"/>
              </a:spcBef>
              <a:spcAft>
                <a:spcPts val="0"/>
              </a:spcAft>
              <a:buSzPts val="600"/>
              <a:buChar char="●"/>
              <a:defRPr sz="600"/>
            </a:lvl1pPr>
            <a:lvl2pPr indent="-311150" lvl="1" marL="914400" rtl="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2pPr>
            <a:lvl3pPr indent="-311150" lvl="2" marL="1371600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11150" lvl="3" marL="182880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indent="-311150" lvl="4" marL="2286000" rtl="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5pPr>
            <a:lvl6pPr indent="-311150" lvl="5" marL="2743200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6pPr>
            <a:lvl7pPr indent="-311150" lvl="6" marL="320040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7pPr>
            <a:lvl8pPr indent="-311150" lvl="7" marL="3657600" rtl="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8pPr>
            <a:lvl9pPr indent="-311150" lvl="8" marL="4114800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9pPr>
          </a:lstStyle>
          <a:p/>
        </p:txBody>
      </p:sp>
      <p:sp>
        <p:nvSpPr>
          <p:cNvPr id="475" name="Google Shape;475;p38"/>
          <p:cNvSpPr txBox="1"/>
          <p:nvPr>
            <p:ph idx="23" type="body"/>
          </p:nvPr>
        </p:nvSpPr>
        <p:spPr>
          <a:xfrm>
            <a:off x="5926363" y="642338"/>
            <a:ext cx="984600" cy="17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66700" lvl="0" marL="457200" rtl="0">
              <a:spcBef>
                <a:spcPts val="0"/>
              </a:spcBef>
              <a:spcAft>
                <a:spcPts val="0"/>
              </a:spcAft>
              <a:buSzPts val="600"/>
              <a:buChar char="●"/>
              <a:defRPr sz="600"/>
            </a:lvl1pPr>
            <a:lvl2pPr indent="-311150" lvl="1" marL="914400" rtl="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2pPr>
            <a:lvl3pPr indent="-311150" lvl="2" marL="1371600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11150" lvl="3" marL="182880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indent="-311150" lvl="4" marL="2286000" rtl="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5pPr>
            <a:lvl6pPr indent="-311150" lvl="5" marL="2743200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6pPr>
            <a:lvl7pPr indent="-311150" lvl="6" marL="320040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7pPr>
            <a:lvl8pPr indent="-311150" lvl="7" marL="3657600" rtl="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8pPr>
            <a:lvl9pPr indent="-311150" lvl="8" marL="4114800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mpaign summary">
  <p:cSld name="TITLE_1_3_1"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39"/>
          <p:cNvSpPr txBox="1"/>
          <p:nvPr>
            <p:ph idx="1" type="body"/>
          </p:nvPr>
        </p:nvSpPr>
        <p:spPr>
          <a:xfrm>
            <a:off x="540000" y="1080000"/>
            <a:ext cx="6156300" cy="34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●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311150" lvl="1" marL="9144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○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311150" lvl="2" marL="13716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■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311150" lvl="3" marL="18288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●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311150" lvl="4" marL="22860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○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311150" lvl="5" marL="27432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■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311150" lvl="6" marL="32004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●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311150" lvl="7" marL="36576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○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311150" lvl="8" marL="4114800" rtl="0">
              <a:spcBef>
                <a:spcPts val="0"/>
              </a:spcBef>
              <a:spcAft>
                <a:spcPts val="0"/>
              </a:spcAft>
              <a:buSzPts val="1300"/>
              <a:buFont typeface="Montserrat Light"/>
              <a:buChar char="■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478" name="Google Shape;478;p39"/>
          <p:cNvSpPr txBox="1"/>
          <p:nvPr>
            <p:ph type="title"/>
          </p:nvPr>
        </p:nvSpPr>
        <p:spPr>
          <a:xfrm>
            <a:off x="540000" y="360000"/>
            <a:ext cx="8064000" cy="28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Montserrat Medium"/>
              <a:buNone/>
              <a:defRPr b="0" sz="200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79" name="Google Shape;479;p39"/>
          <p:cNvSpPr txBox="1"/>
          <p:nvPr>
            <p:ph idx="2" type="subTitle"/>
          </p:nvPr>
        </p:nvSpPr>
        <p:spPr>
          <a:xfrm>
            <a:off x="540000" y="648125"/>
            <a:ext cx="8064000" cy="25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9pPr>
          </a:lstStyle>
          <a:p/>
        </p:txBody>
      </p:sp>
      <p:sp>
        <p:nvSpPr>
          <p:cNvPr id="480" name="Google Shape;480;p39"/>
          <p:cNvSpPr/>
          <p:nvPr/>
        </p:nvSpPr>
        <p:spPr>
          <a:xfrm>
            <a:off x="6896050" y="1079975"/>
            <a:ext cx="1708200" cy="34674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481" name="Google Shape;481;p39"/>
          <p:cNvSpPr txBox="1"/>
          <p:nvPr>
            <p:ph idx="3" type="body"/>
          </p:nvPr>
        </p:nvSpPr>
        <p:spPr>
          <a:xfrm>
            <a:off x="6984550" y="1465500"/>
            <a:ext cx="1531200" cy="297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●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273050" lvl="1" marL="9144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○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273050" lvl="2" marL="13716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■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273050" lvl="3" marL="18288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●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273050" lvl="4" marL="22860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○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273050" lvl="5" marL="27432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■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273050" lvl="6" marL="32004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●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273050" lvl="7" marL="36576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○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273050" lvl="8" marL="4114800" rtl="0">
              <a:spcBef>
                <a:spcPts val="0"/>
              </a:spcBef>
              <a:spcAft>
                <a:spcPts val="0"/>
              </a:spcAft>
              <a:buSzPts val="700"/>
              <a:buFont typeface="Montserrat Light"/>
              <a:buChar char="■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482" name="Google Shape;482;p39"/>
          <p:cNvSpPr txBox="1"/>
          <p:nvPr>
            <p:ph idx="4" type="subTitle"/>
          </p:nvPr>
        </p:nvSpPr>
        <p:spPr>
          <a:xfrm>
            <a:off x="6984550" y="1192950"/>
            <a:ext cx="1531200" cy="13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estion slide with image placeholder">
  <p:cSld name="CUSTOM_27_1_1_1_1_2"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40"/>
          <p:cNvSpPr txBox="1"/>
          <p:nvPr>
            <p:ph type="title"/>
          </p:nvPr>
        </p:nvSpPr>
        <p:spPr>
          <a:xfrm>
            <a:off x="6158700" y="3743325"/>
            <a:ext cx="2445600" cy="428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485" name="Google Shape;485;p40"/>
          <p:cNvGrpSpPr/>
          <p:nvPr/>
        </p:nvGrpSpPr>
        <p:grpSpPr>
          <a:xfrm>
            <a:off x="6611890" y="900006"/>
            <a:ext cx="1539227" cy="2445427"/>
            <a:chOff x="1978200" y="2883150"/>
            <a:chExt cx="383675" cy="608300"/>
          </a:xfrm>
        </p:grpSpPr>
        <p:sp>
          <p:nvSpPr>
            <p:cNvPr id="486" name="Google Shape;486;p40"/>
            <p:cNvSpPr/>
            <p:nvPr/>
          </p:nvSpPr>
          <p:spPr>
            <a:xfrm>
              <a:off x="1978200" y="2883150"/>
              <a:ext cx="382400" cy="186300"/>
            </a:xfrm>
            <a:custGeom>
              <a:rect b="b" l="l" r="r" t="t"/>
              <a:pathLst>
                <a:path extrusionOk="0" fill="none" h="7452" w="15296">
                  <a:moveTo>
                    <a:pt x="0" y="7452"/>
                  </a:moveTo>
                  <a:cubicBezTo>
                    <a:pt x="0" y="3371"/>
                    <a:pt x="3523" y="0"/>
                    <a:pt x="7591" y="0"/>
                  </a:cubicBezTo>
                  <a:cubicBezTo>
                    <a:pt x="7591" y="0"/>
                    <a:pt x="7591" y="0"/>
                    <a:pt x="7591" y="0"/>
                  </a:cubicBezTo>
                  <a:cubicBezTo>
                    <a:pt x="11671" y="0"/>
                    <a:pt x="15296" y="2978"/>
                    <a:pt x="15296" y="7452"/>
                  </a:cubicBezTo>
                </a:path>
              </a:pathLst>
            </a:custGeom>
            <a:noFill/>
            <a:ln cap="rnd" cmpd="sng" w="3810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7" name="Google Shape;487;p40"/>
            <p:cNvSpPr/>
            <p:nvPr/>
          </p:nvSpPr>
          <p:spPr>
            <a:xfrm>
              <a:off x="2052650" y="2957600"/>
              <a:ext cx="229700" cy="111850"/>
            </a:xfrm>
            <a:custGeom>
              <a:rect b="b" l="l" r="r" t="t"/>
              <a:pathLst>
                <a:path extrusionOk="0" fill="none" h="4474" w="9188">
                  <a:moveTo>
                    <a:pt x="0" y="4474"/>
                  </a:moveTo>
                  <a:cubicBezTo>
                    <a:pt x="0" y="1939"/>
                    <a:pt x="2281" y="0"/>
                    <a:pt x="4714" y="0"/>
                  </a:cubicBezTo>
                  <a:cubicBezTo>
                    <a:pt x="4714" y="0"/>
                    <a:pt x="4714" y="0"/>
                    <a:pt x="4714" y="0"/>
                  </a:cubicBezTo>
                  <a:cubicBezTo>
                    <a:pt x="7249" y="0"/>
                    <a:pt x="9188" y="1939"/>
                    <a:pt x="9188" y="4474"/>
                  </a:cubicBezTo>
                </a:path>
              </a:pathLst>
            </a:custGeom>
            <a:noFill/>
            <a:ln cap="rnd" cmpd="sng" w="3810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8" name="Google Shape;488;p40"/>
            <p:cNvSpPr/>
            <p:nvPr/>
          </p:nvSpPr>
          <p:spPr>
            <a:xfrm>
              <a:off x="2120750" y="3069425"/>
              <a:ext cx="161600" cy="310200"/>
            </a:xfrm>
            <a:custGeom>
              <a:rect b="b" l="l" r="r" t="t"/>
              <a:pathLst>
                <a:path extrusionOk="0" fill="none" h="12408" w="6464">
                  <a:moveTo>
                    <a:pt x="2991" y="7934"/>
                  </a:moveTo>
                  <a:cubicBezTo>
                    <a:pt x="2991" y="10962"/>
                    <a:pt x="2991" y="10962"/>
                    <a:pt x="2991" y="10962"/>
                  </a:cubicBezTo>
                  <a:cubicBezTo>
                    <a:pt x="2991" y="11913"/>
                    <a:pt x="2484" y="12407"/>
                    <a:pt x="1496" y="12407"/>
                  </a:cubicBezTo>
                  <a:cubicBezTo>
                    <a:pt x="1496" y="12407"/>
                    <a:pt x="1496" y="12407"/>
                    <a:pt x="1496" y="12407"/>
                  </a:cubicBezTo>
                  <a:cubicBezTo>
                    <a:pt x="508" y="12407"/>
                    <a:pt x="1" y="11913"/>
                    <a:pt x="1" y="10962"/>
                  </a:cubicBezTo>
                  <a:cubicBezTo>
                    <a:pt x="1" y="10025"/>
                    <a:pt x="1" y="9328"/>
                    <a:pt x="1" y="7984"/>
                  </a:cubicBezTo>
                  <a:cubicBezTo>
                    <a:pt x="1" y="6793"/>
                    <a:pt x="102" y="6350"/>
                    <a:pt x="1192" y="5602"/>
                  </a:cubicBezTo>
                  <a:cubicBezTo>
                    <a:pt x="2991" y="4461"/>
                    <a:pt x="6464" y="2979"/>
                    <a:pt x="6464" y="1"/>
                  </a:cubicBezTo>
                </a:path>
              </a:pathLst>
            </a:custGeom>
            <a:noFill/>
            <a:ln cap="rnd" cmpd="sng" w="3810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9" name="Google Shape;489;p40"/>
            <p:cNvSpPr/>
            <p:nvPr/>
          </p:nvSpPr>
          <p:spPr>
            <a:xfrm>
              <a:off x="2195525" y="3069425"/>
              <a:ext cx="166350" cy="198350"/>
            </a:xfrm>
            <a:custGeom>
              <a:rect b="b" l="l" r="r" t="t"/>
              <a:pathLst>
                <a:path extrusionOk="0" fill="none" h="7934" w="6654">
                  <a:moveTo>
                    <a:pt x="0" y="7934"/>
                  </a:moveTo>
                  <a:cubicBezTo>
                    <a:pt x="3473" y="5957"/>
                    <a:pt x="6653" y="3967"/>
                    <a:pt x="6653" y="1"/>
                  </a:cubicBezTo>
                </a:path>
              </a:pathLst>
            </a:custGeom>
            <a:noFill/>
            <a:ln cap="rnd" cmpd="sng" w="3810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0" name="Google Shape;490;p40"/>
            <p:cNvSpPr/>
            <p:nvPr/>
          </p:nvSpPr>
          <p:spPr>
            <a:xfrm>
              <a:off x="1978200" y="3069425"/>
              <a:ext cx="74475" cy="37100"/>
            </a:xfrm>
            <a:custGeom>
              <a:rect b="b" l="l" r="r" t="t"/>
              <a:pathLst>
                <a:path extrusionOk="0" fill="none" h="1484" w="2979">
                  <a:moveTo>
                    <a:pt x="2978" y="1"/>
                  </a:moveTo>
                  <a:cubicBezTo>
                    <a:pt x="2978" y="837"/>
                    <a:pt x="2332" y="1483"/>
                    <a:pt x="1483" y="1483"/>
                  </a:cubicBezTo>
                  <a:cubicBezTo>
                    <a:pt x="646" y="1483"/>
                    <a:pt x="0" y="837"/>
                    <a:pt x="0" y="1"/>
                  </a:cubicBezTo>
                </a:path>
              </a:pathLst>
            </a:custGeom>
            <a:noFill/>
            <a:ln cap="rnd" cmpd="sng" w="3810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1" name="Google Shape;491;p40"/>
            <p:cNvSpPr/>
            <p:nvPr/>
          </p:nvSpPr>
          <p:spPr>
            <a:xfrm>
              <a:off x="2120750" y="3416975"/>
              <a:ext cx="74800" cy="74475"/>
            </a:xfrm>
            <a:custGeom>
              <a:rect b="b" l="l" r="r" t="t"/>
              <a:pathLst>
                <a:path extrusionOk="0" fill="none" h="2979" w="2992">
                  <a:moveTo>
                    <a:pt x="1496" y="0"/>
                  </a:moveTo>
                  <a:cubicBezTo>
                    <a:pt x="2320" y="0"/>
                    <a:pt x="2991" y="659"/>
                    <a:pt x="2991" y="1483"/>
                  </a:cubicBezTo>
                  <a:cubicBezTo>
                    <a:pt x="2991" y="2307"/>
                    <a:pt x="2320" y="2978"/>
                    <a:pt x="1496" y="2978"/>
                  </a:cubicBezTo>
                  <a:cubicBezTo>
                    <a:pt x="672" y="2978"/>
                    <a:pt x="1" y="2307"/>
                    <a:pt x="1" y="1483"/>
                  </a:cubicBezTo>
                  <a:cubicBezTo>
                    <a:pt x="1" y="659"/>
                    <a:pt x="672" y="0"/>
                    <a:pt x="1496" y="0"/>
                  </a:cubicBezTo>
                  <a:close/>
                </a:path>
              </a:pathLst>
            </a:custGeom>
            <a:noFill/>
            <a:ln cap="rnd" cmpd="sng" w="3810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92" name="Google Shape;492;p40"/>
          <p:cNvSpPr/>
          <p:nvPr>
            <p:ph idx="2" type="pic"/>
          </p:nvPr>
        </p:nvSpPr>
        <p:spPr>
          <a:xfrm>
            <a:off x="-1209275" y="-827700"/>
            <a:ext cx="6798900" cy="6798900"/>
          </a:xfrm>
          <a:prstGeom prst="ellipse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660">
          <p15:clr>
            <a:srgbClr val="E46962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losing slide with default image 1">
  <p:cSld name="CUSTOM_27_1_1_1_3"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4" name="Google Shape;494;p4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95" name="Google Shape;495;p41"/>
          <p:cNvSpPr txBox="1"/>
          <p:nvPr/>
        </p:nvSpPr>
        <p:spPr>
          <a:xfrm>
            <a:off x="540025" y="1080000"/>
            <a:ext cx="8064000" cy="2993100"/>
          </a:xfrm>
          <a:prstGeom prst="rect">
            <a:avLst/>
          </a:prstGeom>
          <a:noFill/>
          <a:ln>
            <a:noFill/>
          </a:ln>
          <a:effectLst>
            <a:outerShdw blurRad="1428750" rotWithShape="0" algn="bl">
              <a:schemeClr val="dk2"/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Thank you!</a:t>
            </a:r>
            <a:endParaRPr sz="70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496" name="Google Shape;496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61913" y="363072"/>
            <a:ext cx="1803602" cy="533866"/>
          </a:xfrm>
          <a:prstGeom prst="rect">
            <a:avLst/>
          </a:prstGeom>
          <a:noFill/>
          <a:ln>
            <a:noFill/>
          </a:ln>
        </p:spPr>
      </p:pic>
      <p:sp>
        <p:nvSpPr>
          <p:cNvPr id="497" name="Google Shape;497;p41"/>
          <p:cNvSpPr txBox="1"/>
          <p:nvPr/>
        </p:nvSpPr>
        <p:spPr>
          <a:xfrm>
            <a:off x="540000" y="4783500"/>
            <a:ext cx="23646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AI-driven tech consulting</a:t>
            </a:r>
            <a:endParaRPr b="1" sz="800">
              <a:solidFill>
                <a:schemeClr val="lt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498" name="Google Shape;498;p41"/>
          <p:cNvSpPr txBox="1"/>
          <p:nvPr/>
        </p:nvSpPr>
        <p:spPr>
          <a:xfrm>
            <a:off x="4565400" y="4783500"/>
            <a:ext cx="40386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devoteam.com</a:t>
            </a:r>
            <a:endParaRPr sz="8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1" name="Google Shape;501;p4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311150" lvl="1" marL="91440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11150" lvl="3" marL="18288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indent="-311150" lvl="4" marL="228600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5pPr>
            <a:lvl6pPr indent="-311150" lvl="5" marL="27432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6pPr>
            <a:lvl7pPr indent="-311150" lvl="6" marL="32004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7pPr>
            <a:lvl8pPr indent="-311150" lvl="7" marL="365760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8pPr>
            <a:lvl9pPr indent="-311150" lvl="8" marL="41148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9pPr>
          </a:lstStyle>
          <a:p/>
        </p:txBody>
      </p:sp>
      <p:sp>
        <p:nvSpPr>
          <p:cNvPr id="502" name="Google Shape;502;p4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2">
  <p:cSld name="TITLE_2"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4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05" name="Google Shape;505;p4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06" name="Google Shape;506;p4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540000" y="360000"/>
            <a:ext cx="80640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ontserrat Medium"/>
              <a:buNone/>
              <a:defRPr sz="20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540000" y="1080000"/>
            <a:ext cx="8064000" cy="35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Light"/>
              <a:buChar char="●"/>
              <a:defRPr sz="13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-31115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Light"/>
              <a:buChar char="○"/>
              <a:defRPr sz="13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Light"/>
              <a:buChar char="■"/>
              <a:defRPr sz="13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-31115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Light"/>
              <a:buChar char="●"/>
              <a:defRPr sz="13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-31115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Light"/>
              <a:buChar char="○"/>
              <a:defRPr sz="13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-31115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Light"/>
              <a:buChar char="■"/>
              <a:defRPr sz="13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-31115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Light"/>
              <a:buChar char="●"/>
              <a:defRPr sz="13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-31115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Light"/>
              <a:buChar char="○"/>
              <a:defRPr sz="13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-311150" lvl="8" marL="411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Montserrat Light"/>
              <a:buChar char="■"/>
              <a:defRPr sz="13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/>
        </p:txBody>
      </p:sp>
      <p:sp>
        <p:nvSpPr>
          <p:cNvPr id="8" name="Google Shape;8;p1"/>
          <p:cNvSpPr txBox="1"/>
          <p:nvPr/>
        </p:nvSpPr>
        <p:spPr>
          <a:xfrm>
            <a:off x="4565400" y="4783500"/>
            <a:ext cx="40386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‹#›</a:t>
            </a:fld>
            <a:endParaRPr sz="8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27">
          <p15:clr>
            <a:srgbClr val="E46962"/>
          </p15:clr>
        </p15:guide>
        <p15:guide id="2" pos="340">
          <p15:clr>
            <a:srgbClr val="E46962"/>
          </p15:clr>
        </p15:guide>
        <p15:guide id="3" pos="5420">
          <p15:clr>
            <a:srgbClr val="E46962"/>
          </p15:clr>
        </p15:guide>
        <p15:guide id="4" orient="horz" pos="567">
          <p15:clr>
            <a:srgbClr val="E46962"/>
          </p15:clr>
        </p15:guide>
        <p15:guide id="5" orient="horz" pos="3013">
          <p15:clr>
            <a:srgbClr val="E46962"/>
          </p15:clr>
        </p15:guide>
        <p15:guide id="6" orient="horz" pos="680">
          <p15:clr>
            <a:srgbClr val="E46962"/>
          </p15:clr>
        </p15:guide>
        <p15:guide id="7" orient="horz" pos="2864">
          <p15:clr>
            <a:srgbClr val="E46962"/>
          </p15:clr>
        </p15:guide>
        <p15:guide id="8" orient="horz" pos="794">
          <p15:clr>
            <a:srgbClr val="E46962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6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ln>
            <a:noFill/>
          </a:ln>
          <a:effectLst/>
          <a:gradFill>
            <a:gsLst>
              <a:gs pos="0">
                <a:srgbClr val="3C3C3A">
                  <a:alpha val="92000"/>
                </a:srgbClr>
              </a:gs>
              <a:gs pos="100000">
                <a:srgbClr val="3C3C3A">
                  <a:alpha val="8000"/>
                </a:srgbClr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19456" cy="5143500"/>
          </a:xfrm>
          <a:prstGeom prst="rect">
            <a:avLst/>
          </a:prstGeom>
          <a:solidFill>
            <a:srgbClr val="F84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749808"/>
            <a:ext cx="7863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CC354"/>
                </a:solidFill>
                <a:latin typeface="Montserrat"/>
              </a:rPr>
              <a:t>TECHNICAL PROPOSAL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170432"/>
            <a:ext cx="81381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200" b="1" i="0">
                <a:solidFill>
                  <a:srgbClr val="FFFFFF"/>
                </a:solidFill>
                <a:latin typeface="Montserrat"/>
              </a:rPr>
              <a:t>PROTON Customer Complaint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200" b="1" i="0">
                <a:solidFill>
                  <a:srgbClr val="FFFFFF"/>
                </a:solidFill>
                <a:latin typeface="Montserrat"/>
              </a:rPr>
              <a:t>Management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505456"/>
            <a:ext cx="79552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F8485E"/>
                </a:solidFill>
                <a:latin typeface="Montserrat"/>
              </a:rPr>
              <a:t>Self-managed, AI-native CRM on Google Cloud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108960"/>
            <a:ext cx="7863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FCA2AE"/>
                </a:solidFill>
                <a:latin typeface="Montserrat"/>
              </a:rPr>
              <a:t>Prepared for  </a:t>
            </a:r>
            <a:r>
              <a:rPr sz="1500" b="1" i="0">
                <a:solidFill>
                  <a:srgbClr val="FFFFFF"/>
                </a:solidFill>
                <a:latin typeface="Montserrat"/>
              </a:rPr>
              <a:t>PROTON — e.MAS Customer Operations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566160"/>
            <a:ext cx="7863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FFFFFF"/>
                </a:solidFill>
                <a:latin typeface="Montserrat"/>
              </a:rPr>
              <a:t>Prepared by Devoteam  ·  built to your 5-channel complaint SOP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959352"/>
            <a:ext cx="7863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EFEEEE"/>
                </a:solidFill>
                <a:latin typeface="Montserrat"/>
              </a:rPr>
              <a:t>July 2026   ·   Version 1.1   ·   Demonstrated live 28 July 2026   ·   Confidential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4302252"/>
            <a:ext cx="1463040" cy="43219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256032" cy="128016"/>
          </a:xfrm>
          <a:prstGeom prst="rect">
            <a:avLst/>
          </a:prstGeom>
          <a:solidFill>
            <a:srgbClr val="F84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6576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8485E"/>
                </a:solidFill>
                <a:latin typeface="Montserrat"/>
              </a:rPr>
              <a:t>SECTION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7223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3C3C3A"/>
                </a:solidFill>
                <a:latin typeface="Montserrat"/>
              </a:rPr>
              <a:t>Executive Summary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25296"/>
            <a:ext cx="2194560" cy="38100"/>
          </a:xfrm>
          <a:prstGeom prst="rect">
            <a:avLst/>
          </a:prstGeom>
          <a:solidFill>
            <a:srgbClr val="FCC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310896"/>
            <a:ext cx="1051560" cy="31487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1426464"/>
            <a:ext cx="4892040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1" i="0">
                <a:solidFill>
                  <a:srgbClr val="F8485E"/>
                </a:solidFill>
                <a:latin typeface="Montserrat"/>
              </a:rPr>
              <a:t>The situation.  </a:t>
            </a:r>
            <a:r>
              <a:rPr sz="1300" b="0" i="0">
                <a:solidFill>
                  <a:srgbClr val="3C3C3A"/>
                </a:solidFill>
                <a:latin typeface="Montserrat"/>
              </a:rPr>
              <a:t>PROTON's complaint operation runs today on Zendesk — a per-seat SaaS CRM. Cost scales with every agent and premium feature, and the data and AI behaviour live inside a vendor you don't control.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1" i="0">
                <a:solidFill>
                  <a:srgbClr val="F8485E"/>
                </a:solidFill>
                <a:latin typeface="Montserrat"/>
              </a:rPr>
              <a:t>The proposal.  </a:t>
            </a:r>
            <a:r>
              <a:rPr sz="1300" b="0" i="0">
                <a:solidFill>
                  <a:srgbClr val="3C3C3A"/>
                </a:solidFill>
                <a:latin typeface="Montserrat"/>
              </a:rPr>
              <a:t>Replace Zendesk with a self-managed CRM — Chatwoot Community plus a Google Gemini / Vertex AI layer on Google Cloud — built directly to your 5-channel complaint SOP. The platform was demonstrated live to your team on 28 July 2026: this is a migration and hardening engagement, not a greenfield build.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0" y="1426464"/>
            <a:ext cx="2971800" cy="3291840"/>
          </a:xfrm>
          <a:prstGeom prst="rect">
            <a:avLst/>
          </a:prstGeom>
          <a:solidFill>
            <a:srgbClr val="D7EB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0" y="1426464"/>
            <a:ext cx="2971800" cy="457200"/>
          </a:xfrm>
          <a:prstGeom prst="rect">
            <a:avLst/>
          </a:prstGeom>
          <a:solidFill>
            <a:srgbClr val="3C3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52160" y="1499616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Montserrat"/>
              </a:rPr>
              <a:t>WHY NOW / WHY 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0" y="2048256"/>
            <a:ext cx="2651760" cy="2606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</a:pPr>
            <a:r>
              <a:rPr sz="1100" b="1">
                <a:solidFill>
                  <a:srgbClr val="F8485E"/>
                </a:solidFill>
                <a:latin typeface="Montserrat"/>
              </a:rPr>
              <a:t>—  </a:t>
            </a:r>
            <a:r>
              <a:rPr sz="1100" b="1">
                <a:solidFill>
                  <a:srgbClr val="3C3C3A"/>
                </a:solidFill>
                <a:latin typeface="Montserrat"/>
              </a:rPr>
              <a:t>Cost — </a:t>
            </a:r>
            <a:r>
              <a:rPr sz="1100" b="0">
                <a:solidFill>
                  <a:srgbClr val="3C3C3A"/>
                </a:solidFill>
                <a:latin typeface="Montserrat"/>
              </a:rPr>
              <a:t>no per-agent SaaS licensing; pay for infrastructure, not seats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</a:pPr>
            <a:r>
              <a:rPr sz="1100" b="1">
                <a:solidFill>
                  <a:srgbClr val="F8485E"/>
                </a:solidFill>
                <a:latin typeface="Montserrat"/>
              </a:rPr>
              <a:t>—  </a:t>
            </a:r>
            <a:r>
              <a:rPr sz="1100" b="1">
                <a:solidFill>
                  <a:srgbClr val="3C3C3A"/>
                </a:solidFill>
                <a:latin typeface="Montserrat"/>
              </a:rPr>
              <a:t>Ownership — </a:t>
            </a:r>
            <a:r>
              <a:rPr sz="1100" b="0">
                <a:solidFill>
                  <a:srgbClr val="3C3C3A"/>
                </a:solidFill>
                <a:latin typeface="Montserrat"/>
              </a:rPr>
              <a:t>conversations, KB, AI prompts &amp; data inside PROTON's GCP tenancy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</a:pPr>
            <a:r>
              <a:rPr sz="1100" b="1">
                <a:solidFill>
                  <a:srgbClr val="F8485E"/>
                </a:solidFill>
                <a:latin typeface="Montserrat"/>
              </a:rPr>
              <a:t>—  </a:t>
            </a:r>
            <a:r>
              <a:rPr sz="1100" b="1">
                <a:solidFill>
                  <a:srgbClr val="3C3C3A"/>
                </a:solidFill>
                <a:latin typeface="Montserrat"/>
              </a:rPr>
              <a:t>Proven — </a:t>
            </a:r>
            <a:r>
              <a:rPr sz="1100" b="0">
                <a:solidFill>
                  <a:srgbClr val="3C3C3A"/>
                </a:solidFill>
                <a:latin typeface="Montserrat"/>
              </a:rPr>
              <a:t>demonstrated live against your SOP on 28 Jul 2026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</a:pPr>
            <a:r>
              <a:rPr sz="1100" b="1">
                <a:solidFill>
                  <a:srgbClr val="F8485E"/>
                </a:solidFill>
                <a:latin typeface="Montserrat"/>
              </a:rPr>
              <a:t>—  </a:t>
            </a:r>
            <a:r>
              <a:rPr sz="1100" b="1">
                <a:solidFill>
                  <a:srgbClr val="3C3C3A"/>
                </a:solidFill>
                <a:latin typeface="Montserrat"/>
              </a:rPr>
              <a:t>AI-native — </a:t>
            </a:r>
            <a:r>
              <a:rPr sz="1100" b="0">
                <a:solidFill>
                  <a:srgbClr val="3C3C3A"/>
                </a:solidFill>
                <a:latin typeface="Montserrat"/>
              </a:rPr>
              <a:t>Gemini answers in the customer's language, grounded on your FAQ/KB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828032"/>
            <a:ext cx="6126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8A8A88"/>
                </a:solidFill>
                <a:latin typeface="Montserrat"/>
              </a:rPr>
              <a:t>Devoteam  ·  Technical Proposal  ·  PROTON — e.MAS Customer Operations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482803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8A8A88"/>
                </a:solidFill>
                <a:latin typeface="Montserrat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256032" cy="128016"/>
          </a:xfrm>
          <a:prstGeom prst="rect">
            <a:avLst/>
          </a:prstGeom>
          <a:solidFill>
            <a:srgbClr val="F84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6576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8485E"/>
                </a:solidFill>
                <a:latin typeface="Montserrat"/>
              </a:rPr>
              <a:t>SECTION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7223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3C3C3A"/>
                </a:solidFill>
                <a:latin typeface="Montserrat"/>
              </a:rPr>
              <a:t>What You Set Out to Achieve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25296"/>
            <a:ext cx="2194560" cy="38100"/>
          </a:xfrm>
          <a:prstGeom prst="rect">
            <a:avLst/>
          </a:prstGeom>
          <a:solidFill>
            <a:srgbClr val="FCC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310896"/>
            <a:ext cx="1051560" cy="31487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1353312"/>
            <a:ext cx="8138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1">
                <a:solidFill>
                  <a:srgbClr val="8A8A88"/>
                </a:solidFill>
                <a:latin typeface="Montserrat"/>
              </a:rPr>
              <a:t>Your six goals for the Customer Complaint Management System — taken directly from your Business Requirement.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664208"/>
            <a:ext cx="3977639" cy="914400"/>
          </a:xfrm>
          <a:prstGeom prst="rect">
            <a:avLst/>
          </a:prstGeom>
          <a:solidFill>
            <a:srgbClr val="EF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664208"/>
            <a:ext cx="82296" cy="914400"/>
          </a:xfrm>
          <a:prstGeom prst="rect">
            <a:avLst/>
          </a:prstGeom>
          <a:solidFill>
            <a:srgbClr val="F84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04088" y="1837944"/>
            <a:ext cx="402336" cy="402336"/>
          </a:xfrm>
          <a:prstGeom prst="roundRect">
            <a:avLst/>
          </a:prstGeom>
          <a:solidFill>
            <a:srgbClr val="F84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4088" y="1837944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Montserrat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1783080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3C3C3A"/>
                </a:solidFill>
                <a:latin typeface="Montserrat"/>
              </a:rPr>
              <a:t>Unified Omni-Channel Management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2048256"/>
            <a:ext cx="312724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8A8A88"/>
                </a:solidFill>
                <a:latin typeface="Montserrat"/>
              </a:rPr>
              <a:t>Call, Email, WhatsApp &amp; Social in one agent view, single customer record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63440" y="1664208"/>
            <a:ext cx="3977639" cy="914400"/>
          </a:xfrm>
          <a:prstGeom prst="rect">
            <a:avLst/>
          </a:prstGeom>
          <a:solidFill>
            <a:srgbClr val="EF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663440" y="1664208"/>
            <a:ext cx="82296" cy="914400"/>
          </a:xfrm>
          <a:prstGeom prst="rect">
            <a:avLst/>
          </a:prstGeom>
          <a:solidFill>
            <a:srgbClr val="5AB8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864608" y="1837944"/>
            <a:ext cx="402336" cy="402336"/>
          </a:xfrm>
          <a:prstGeom prst="roundRect">
            <a:avLst/>
          </a:prstGeom>
          <a:solidFill>
            <a:srgbClr val="5AB8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64608" y="1837944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Montserrat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94960" y="1783080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3C3C3A"/>
                </a:solidFill>
                <a:latin typeface="Montserrat"/>
              </a:rPr>
              <a:t>Smart Task Assignment &amp; Reminders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94960" y="2048256"/>
            <a:ext cx="312724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8A8A88"/>
                </a:solidFill>
                <a:latin typeface="Montserrat"/>
              </a:rPr>
              <a:t>Status-aware auto-assign by channel priority; sound / desktop / in-app reminders &amp; timeouts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2679192"/>
            <a:ext cx="3977639" cy="914400"/>
          </a:xfrm>
          <a:prstGeom prst="rect">
            <a:avLst/>
          </a:prstGeom>
          <a:solidFill>
            <a:srgbClr val="EF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920" y="2679192"/>
            <a:ext cx="82296" cy="914400"/>
          </a:xfrm>
          <a:prstGeom prst="rect">
            <a:avLst/>
          </a:prstGeom>
          <a:solidFill>
            <a:srgbClr val="4A8C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04088" y="2852928"/>
            <a:ext cx="402336" cy="402336"/>
          </a:xfrm>
          <a:prstGeom prst="roundRect">
            <a:avLst/>
          </a:prstGeom>
          <a:solidFill>
            <a:srgbClr val="4A8C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04088" y="2852928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Montserrat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34440" y="2798064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3C3C3A"/>
                </a:solidFill>
                <a:latin typeface="Montserrat"/>
              </a:rPr>
              <a:t>Built-in Intelligent FAQ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34440" y="3063240"/>
            <a:ext cx="312724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8A8A88"/>
                </a:solidFill>
                <a:latin typeface="Montserrat"/>
              </a:rPr>
              <a:t>Real-time editable KB; keyword-matched suggested replies; one-click reference &amp; quality scoring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663440" y="2679192"/>
            <a:ext cx="3977639" cy="914400"/>
          </a:xfrm>
          <a:prstGeom prst="rect">
            <a:avLst/>
          </a:prstGeom>
          <a:solidFill>
            <a:srgbClr val="EF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663440" y="2679192"/>
            <a:ext cx="82296" cy="914400"/>
          </a:xfrm>
          <a:prstGeom prst="rect">
            <a:avLst/>
          </a:prstGeom>
          <a:solidFill>
            <a:srgbClr val="FCC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864608" y="2852928"/>
            <a:ext cx="402336" cy="402336"/>
          </a:xfrm>
          <a:prstGeom prst="roundRect">
            <a:avLst/>
          </a:prstGeom>
          <a:solidFill>
            <a:srgbClr val="FCC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864608" y="2852928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3C3C3A"/>
                </a:solidFill>
                <a:latin typeface="Montserrat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94960" y="2798064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3C3C3A"/>
                </a:solidFill>
                <a:latin typeface="Montserrat"/>
              </a:rPr>
              <a:t>Automated Workflow &amp; Escalation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94960" y="3063240"/>
            <a:ext cx="312724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8A8A88"/>
                </a:solidFill>
                <a:latin typeface="Montserrat"/>
              </a:rPr>
              <a:t>Rule-engine → PIC by category + SOP; email CC + WA alert; 8h auto-escalate / 48h alarm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" y="3694176"/>
            <a:ext cx="3977639" cy="914400"/>
          </a:xfrm>
          <a:prstGeom prst="rect">
            <a:avLst/>
          </a:prstGeom>
          <a:solidFill>
            <a:srgbClr val="EF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02920" y="3694176"/>
            <a:ext cx="82296" cy="914400"/>
          </a:xfrm>
          <a:prstGeom prst="rect">
            <a:avLst/>
          </a:prstGeom>
          <a:solidFill>
            <a:srgbClr val="F84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704088" y="3867912"/>
            <a:ext cx="402336" cy="402336"/>
          </a:xfrm>
          <a:prstGeom prst="roundRect">
            <a:avLst/>
          </a:prstGeom>
          <a:solidFill>
            <a:srgbClr val="F84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04088" y="3867912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Montserrat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34440" y="3813048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3C3C3A"/>
                </a:solidFill>
                <a:latin typeface="Montserrat"/>
              </a:rPr>
              <a:t>Real-Time Data &amp; Performance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34440" y="4078224"/>
            <a:ext cx="312724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8A8A88"/>
                </a:solidFill>
                <a:latin typeface="Montserrat"/>
              </a:rPr>
              <a:t>Dashboards for complaint trends, team performance, SLA &amp; CSAT; anomaly alerts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663440" y="3694176"/>
            <a:ext cx="3977639" cy="914400"/>
          </a:xfrm>
          <a:prstGeom prst="rect">
            <a:avLst/>
          </a:prstGeom>
          <a:solidFill>
            <a:srgbClr val="EF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663440" y="3694176"/>
            <a:ext cx="82296" cy="914400"/>
          </a:xfrm>
          <a:prstGeom prst="rect">
            <a:avLst/>
          </a:prstGeom>
          <a:solidFill>
            <a:srgbClr val="5AB8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4864608" y="3867912"/>
            <a:ext cx="402336" cy="402336"/>
          </a:xfrm>
          <a:prstGeom prst="roundRect">
            <a:avLst/>
          </a:prstGeom>
          <a:solidFill>
            <a:srgbClr val="5AB8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864608" y="3867912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Montserrat"/>
              </a:rPr>
              <a:t>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394960" y="3813048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3C3C3A"/>
                </a:solidFill>
                <a:latin typeface="Montserrat"/>
              </a:rPr>
              <a:t>Flexible &amp; Scalable Design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394960" y="4078224"/>
            <a:ext cx="312724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8A8A88"/>
                </a:solidFill>
                <a:latin typeface="Montserrat"/>
              </a:rPr>
              <a:t>Grows to new channels, locations &amp; business units; multi-tenant by design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2920" y="4828032"/>
            <a:ext cx="6126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8A8A88"/>
                </a:solidFill>
                <a:latin typeface="Montserrat"/>
              </a:rPr>
              <a:t>Devoteam  ·  Technical Proposal  ·  PROTON — e.MAS Customer Operations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138160" y="482803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8A8A88"/>
                </a:solidFill>
                <a:latin typeface="Montserrat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256032" cy="128016"/>
          </a:xfrm>
          <a:prstGeom prst="rect">
            <a:avLst/>
          </a:prstGeom>
          <a:solidFill>
            <a:srgbClr val="F84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6576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8485E"/>
                </a:solidFill>
                <a:latin typeface="Montserrat"/>
              </a:rPr>
              <a:t>SECTION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7223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3C3C3A"/>
                </a:solidFill>
                <a:latin typeface="Montserrat"/>
              </a:rPr>
              <a:t>Requirements → the Platform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25296"/>
            <a:ext cx="2194560" cy="38100"/>
          </a:xfrm>
          <a:prstGeom prst="rect">
            <a:avLst/>
          </a:prstGeom>
          <a:solidFill>
            <a:srgbClr val="FCC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310896"/>
            <a:ext cx="1051560" cy="31487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1371600"/>
            <a:ext cx="8138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1">
                <a:solidFill>
                  <a:srgbClr val="8A8A88"/>
                </a:solidFill>
                <a:latin typeface="Montserrat"/>
              </a:rPr>
              <a:t>Every requirement cluster from your BRD and Process-Flow workbook maps to a built capability.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664208"/>
          <a:ext cx="8138160" cy="268833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5760"/>
                <a:gridCol w="1920240"/>
                <a:gridCol w="5852160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Montserrat"/>
                        </a:rPr>
                        <a:t>#</a:t>
                      </a:r>
                    </a:p>
                  </a:txBody>
                  <a:tcPr anchor="ctr" marL="73152" marR="73152" marT="18288" marB="18288">
                    <a:solidFill>
                      <a:srgbClr val="3C3C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Montserrat"/>
                        </a:rPr>
                        <a:t>Requirement cluster</a:t>
                      </a:r>
                    </a:p>
                  </a:txBody>
                  <a:tcPr anchor="ctr" marL="73152" marR="73152" marT="18288" marB="18288">
                    <a:solidFill>
                      <a:srgbClr val="3C3C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Montserrat"/>
                        </a:rPr>
                        <a:t>What you need</a:t>
                      </a:r>
                    </a:p>
                  </a:txBody>
                  <a:tcPr anchor="ctr" marL="73152" marR="73152" marT="18288" marB="18288">
                    <a:solidFill>
                      <a:srgbClr val="3C3C3A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C3C3A"/>
                          </a:solidFill>
                          <a:latin typeface="Montserrat"/>
                        </a:rPr>
                        <a:t>1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C3C3A"/>
                          </a:solidFill>
                          <a:latin typeface="Montserrat"/>
                        </a:rPr>
                        <a:t>Omnichannel inbound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C3C3A"/>
                          </a:solidFill>
                          <a:latin typeface="Montserrat"/>
                        </a:rPr>
                        <a:t>Call / Email / WhatsApp / Social in one view, single record, new-message alerts, call voice-to-text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C3C3A"/>
                          </a:solidFill>
                          <a:latin typeface="Montserrat"/>
                        </a:rPr>
                        <a:t>2</a:t>
                      </a:r>
                    </a:p>
                  </a:txBody>
                  <a:tcPr anchor="ctr" marL="73152" marR="73152" marT="18288" marB="18288">
                    <a:solidFill>
                      <a:srgbClr val="D7EB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C3C3A"/>
                          </a:solidFill>
                          <a:latin typeface="Montserrat"/>
                        </a:rPr>
                        <a:t>Agent management</a:t>
                      </a:r>
                    </a:p>
                  </a:txBody>
                  <a:tcPr anchor="ctr" marL="73152" marR="73152" marT="18288" marB="18288">
                    <a:solidFill>
                      <a:srgbClr val="D7EB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C3C3A"/>
                          </a:solidFill>
                          <a:latin typeface="Montserrat"/>
                        </a:rPr>
                        <a:t>On-duty check, per-agent channel priorities, status-aware polling assignment, reminders &amp; timeouts</a:t>
                      </a:r>
                    </a:p>
                  </a:txBody>
                  <a:tcPr anchor="ctr" marL="73152" marR="73152" marT="18288" marB="18288">
                    <a:solidFill>
                      <a:srgbClr val="D7EBE7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C3C3A"/>
                          </a:solidFill>
                          <a:latin typeface="Montserrat"/>
                        </a:rPr>
                        <a:t>3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C3C3A"/>
                          </a:solidFill>
                          <a:latin typeface="Montserrat"/>
                        </a:rPr>
                        <a:t>FAQ + AI support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C3C3A"/>
                          </a:solidFill>
                          <a:latin typeface="Montserrat"/>
                        </a:rPr>
                        <a:t>Live-editable KB, keyword-matched suggested replies, one-click reference, FAQ quality scoring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C3C3A"/>
                          </a:solidFill>
                          <a:latin typeface="Montserrat"/>
                        </a:rPr>
                        <a:t>4</a:t>
                      </a:r>
                    </a:p>
                  </a:txBody>
                  <a:tcPr anchor="ctr" marL="73152" marR="73152" marT="18288" marB="18288">
                    <a:solidFill>
                      <a:srgbClr val="D7EB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C3C3A"/>
                          </a:solidFill>
                          <a:latin typeface="Montserrat"/>
                        </a:rPr>
                        <a:t>Escalation &amp; SLA</a:t>
                      </a:r>
                    </a:p>
                  </a:txBody>
                  <a:tcPr anchor="ctr" marL="73152" marR="73152" marT="18288" marB="18288">
                    <a:solidFill>
                      <a:srgbClr val="D7EB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C3C3A"/>
                          </a:solidFill>
                          <a:latin typeface="Montserrat"/>
                        </a:rPr>
                        <a:t>Rule-engine → PIC by category/SOP, email CC + WA alert, WIP/Resolved, 8h/48h auto-escalation</a:t>
                      </a:r>
                    </a:p>
                  </a:txBody>
                  <a:tcPr anchor="ctr" marL="73152" marR="73152" marT="18288" marB="18288">
                    <a:solidFill>
                      <a:srgbClr val="D7EBE7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C3C3A"/>
                          </a:solidFill>
                          <a:latin typeface="Montserrat"/>
                        </a:rPr>
                        <a:t>5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C3C3A"/>
                          </a:solidFill>
                          <a:latin typeface="Montserrat"/>
                        </a:rPr>
                        <a:t>Customer 360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C3C3A"/>
                          </a:solidFill>
                          <a:latin typeface="Montserrat"/>
                        </a:rPr>
                        <a:t>DMS + TSP two-way, auto-identify by number, 4-section 360 card, sync &lt; 3 seconds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C3C3A"/>
                          </a:solidFill>
                          <a:latin typeface="Montserrat"/>
                        </a:rPr>
                        <a:t>6</a:t>
                      </a:r>
                    </a:p>
                  </a:txBody>
                  <a:tcPr anchor="ctr" marL="73152" marR="73152" marT="18288" marB="18288">
                    <a:solidFill>
                      <a:srgbClr val="D7EB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C3C3A"/>
                          </a:solidFill>
                          <a:latin typeface="Montserrat"/>
                        </a:rPr>
                        <a:t>Reporting / BI</a:t>
                      </a:r>
                    </a:p>
                  </a:txBody>
                  <a:tcPr anchor="ctr" marL="73152" marR="73152" marT="18288" marB="18288">
                    <a:solidFill>
                      <a:srgbClr val="D7EB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3C3C3A"/>
                          </a:solidFill>
                          <a:latin typeface="Montserrat"/>
                        </a:rPr>
                        <a:t>Channel &amp; division analytics, dept/PIC &amp; Call-Centre KPIs, NPS, CRR, anomaly alerts, Power BI</a:t>
                      </a:r>
                    </a:p>
                  </a:txBody>
                  <a:tcPr anchor="ctr" marL="73152" marR="73152" marT="18288" marB="18288">
                    <a:solidFill>
                      <a:srgbClr val="D7EBE7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02920" y="4462272"/>
            <a:ext cx="8138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8485E"/>
                </a:solidFill>
                <a:latin typeface="Montserrat"/>
              </a:rPr>
              <a:t>Cross-cutting:  </a:t>
            </a:r>
            <a:r>
              <a:rPr sz="900" b="0" i="0">
                <a:solidFill>
                  <a:srgbClr val="3C3C3A"/>
                </a:solidFill>
                <a:latin typeface="Montserrat"/>
              </a:rPr>
              <a:t>reduce SaaS cost · own the data &amp; AI · honour the 5-channel SOP timers &amp; surveys exactly · multi-tenant.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828032"/>
            <a:ext cx="6126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8A8A88"/>
                </a:solidFill>
                <a:latin typeface="Montserrat"/>
              </a:rPr>
              <a:t>Devoteam  ·  Technical Proposal  ·  PROTON — e.MAS Customer Operations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482803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8A8A88"/>
                </a:solidFill>
                <a:latin typeface="Montserrat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256032" cy="128016"/>
          </a:xfrm>
          <a:prstGeom prst="rect">
            <a:avLst/>
          </a:prstGeom>
          <a:solidFill>
            <a:srgbClr val="F84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6576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8485E"/>
                </a:solidFill>
                <a:latin typeface="Montserrat"/>
              </a:rPr>
              <a:t>SECTION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7223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3C3C3A"/>
                </a:solidFill>
                <a:latin typeface="Montserrat"/>
              </a:rPr>
              <a:t>Your 5-Channel SOP at a Glance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25296"/>
            <a:ext cx="2194560" cy="38100"/>
          </a:xfrm>
          <a:prstGeom prst="rect">
            <a:avLst/>
          </a:prstGeom>
          <a:solidFill>
            <a:srgbClr val="FCC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310896"/>
            <a:ext cx="1051560" cy="31487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1353312"/>
            <a:ext cx="8138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1">
                <a:solidFill>
                  <a:srgbClr val="8A8A88"/>
                </a:solidFill>
                <a:latin typeface="Montserrat"/>
              </a:rPr>
              <a:t>Business hours: Mon–Fri 08:30–17:30 · Sat/Sun &amp; PH 09:00–17:00. Timers below are taken verbatim from your Process-Flow workbook.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664208"/>
          <a:ext cx="8138160" cy="31089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34440"/>
                <a:gridCol w="1737360"/>
                <a:gridCol w="2880360"/>
                <a:gridCol w="2286000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Montserrat"/>
                        </a:rPr>
                        <a:t>Channel</a:t>
                      </a:r>
                    </a:p>
                  </a:txBody>
                  <a:tcPr anchor="ctr" marL="73152" marR="73152" marT="18288" marB="18288">
                    <a:solidFill>
                      <a:srgbClr val="3C3C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Montserrat"/>
                        </a:rPr>
                        <a:t>Entry / trigger</a:t>
                      </a:r>
                    </a:p>
                  </a:txBody>
                  <a:tcPr anchor="ctr" marL="73152" marR="73152" marT="18288" marB="18288">
                    <a:solidFill>
                      <a:srgbClr val="3C3C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Montserrat"/>
                        </a:rPr>
                        <a:t>Key SLA &amp; timers</a:t>
                      </a:r>
                    </a:p>
                  </a:txBody>
                  <a:tcPr anchor="ctr" marL="73152" marR="73152" marT="18288" marB="18288">
                    <a:solidFill>
                      <a:srgbClr val="3C3C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Montserrat"/>
                        </a:rPr>
                        <a:t>Resolution &amp; routing</a:t>
                      </a:r>
                    </a:p>
                  </a:txBody>
                  <a:tcPr anchor="ctr" marL="73152" marR="73152" marT="18288" marB="18288">
                    <a:solidFill>
                      <a:srgbClr val="3C3C3A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3C3C3A"/>
                          </a:solidFill>
                          <a:latin typeface="Montserrat"/>
                        </a:rPr>
                        <a:t>WhatsApp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3C3C3A"/>
                          </a:solidFill>
                          <a:latin typeface="Montserrat"/>
                        </a:rPr>
                        <a:t>AI disclaimer;</a:t>
                      </a:r>
                    </a:p>
                    <a:p>
                      <a:pPr algn="l"/>
                      <a:r>
                        <a:rPr sz="850" b="0">
                          <a:solidFill>
                            <a:srgbClr val="3C3C3A"/>
                          </a:solidFill>
                          <a:latin typeface="Montserrat"/>
                        </a:rPr>
                        <a:t>same-language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3C3C3A"/>
                          </a:solidFill>
                          <a:latin typeface="Montserrat"/>
                        </a:rPr>
                        <a:t>Idle 10 min → warn; auto-close 10 / 15 min; agent ack ≤ 2 min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3C3C3A"/>
                          </a:solidFill>
                          <a:latin typeface="Montserrat"/>
                        </a:rPr>
                        <a:t>YES/NO + AI rating; unresolved → agent next business hour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3C3C3A"/>
                          </a:solidFill>
                          <a:latin typeface="Montserrat"/>
                        </a:rPr>
                        <a:t>Social (FB/IG)</a:t>
                      </a:r>
                    </a:p>
                  </a:txBody>
                  <a:tcPr anchor="ctr" marL="73152" marR="73152" marT="18288" marB="18288">
                    <a:solidFill>
                      <a:srgbClr val="DAE8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3C3C3A"/>
                          </a:solidFill>
                          <a:latin typeface="Montserrat"/>
                        </a:rPr>
                        <a:t>Post → log ticket ID</a:t>
                      </a:r>
                    </a:p>
                  </a:txBody>
                  <a:tcPr anchor="ctr" marL="73152" marR="73152" marT="18288" marB="18288">
                    <a:solidFill>
                      <a:srgbClr val="DAE8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3C3C3A"/>
                          </a:solidFill>
                          <a:latin typeface="Montserrat"/>
                        </a:rPr>
                        <a:t>Ack ≤ 2 working hours</a:t>
                      </a:r>
                    </a:p>
                  </a:txBody>
                  <a:tcPr anchor="ctr" marL="73152" marR="73152" marT="18288" marB="18288">
                    <a:solidFill>
                      <a:srgbClr val="DAE8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3C3C3A"/>
                          </a:solidFill>
                          <a:latin typeface="Montserrat"/>
                        </a:rPr>
                        <a:t>Social = 1st priority when opted; next business hour</a:t>
                      </a:r>
                    </a:p>
                  </a:txBody>
                  <a:tcPr anchor="ctr" marL="73152" marR="73152" marT="18288" marB="18288">
                    <a:solidFill>
                      <a:srgbClr val="DAE8F4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3C3C3A"/>
                          </a:solidFill>
                          <a:latin typeface="Montserrat"/>
                        </a:rPr>
                        <a:t>Email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3C3C3A"/>
                          </a:solidFill>
                          <a:latin typeface="Montserrat"/>
                        </a:rPr>
                        <a:t>e.mascentre@pronet.my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3C3C3A"/>
                          </a:solidFill>
                          <a:latin typeface="Montserrat"/>
                        </a:rPr>
                        <a:t>Auto-ack once per new thread; status ≤ 4 working hours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3C3C3A"/>
                          </a:solidFill>
                          <a:latin typeface="Montserrat"/>
                        </a:rPr>
                        <a:t>1 business-day response; Escalation Policy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3C3C3A"/>
                          </a:solidFill>
                          <a:latin typeface="Montserrat"/>
                        </a:rPr>
                        <a:t>IVR Call</a:t>
                      </a:r>
                    </a:p>
                  </a:txBody>
                  <a:tcPr anchor="ctr" marL="73152" marR="73152" marT="18288" marB="18288">
                    <a:solidFill>
                      <a:srgbClr val="DAE8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3C3C3A"/>
                          </a:solidFill>
                          <a:latin typeface="Montserrat"/>
                        </a:rPr>
                        <a:t>1300-888-877;</a:t>
                      </a:r>
                    </a:p>
                    <a:p>
                      <a:pPr algn="l"/>
                      <a:r>
                        <a:rPr sz="850" b="0">
                          <a:solidFill>
                            <a:srgbClr val="3C3C3A"/>
                          </a:solidFill>
                          <a:latin typeface="Montserrat"/>
                        </a:rPr>
                        <a:t>female AI voice</a:t>
                      </a:r>
                    </a:p>
                  </a:txBody>
                  <a:tcPr anchor="ctr" marL="73152" marR="73152" marT="18288" marB="18288">
                    <a:solidFill>
                      <a:srgbClr val="DAE8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3C3C3A"/>
                          </a:solidFill>
                          <a:latin typeface="Montserrat"/>
                        </a:rPr>
                        <a:t>Office-hour check; agent ≤ 20 sec; queue-busy prompt (EN + BM)</a:t>
                      </a:r>
                    </a:p>
                  </a:txBody>
                  <a:tcPr anchor="ctr" marL="73152" marR="73152" marT="18288" marB="18288">
                    <a:solidFill>
                      <a:srgbClr val="DAE8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3C3C3A"/>
                          </a:solidFill>
                          <a:latin typeface="Montserrat"/>
                        </a:rPr>
                        <a:t>RSA 24h vs office-hours; escalate to team</a:t>
                      </a:r>
                    </a:p>
                  </a:txBody>
                  <a:tcPr anchor="ctr" marL="73152" marR="73152" marT="18288" marB="18288">
                    <a:solidFill>
                      <a:srgbClr val="DAE8F4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3C3C3A"/>
                          </a:solidFill>
                          <a:latin typeface="Montserrat"/>
                        </a:rPr>
                        <a:t>SSI Survey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3C3C3A"/>
                          </a:solidFill>
                          <a:latin typeface="Montserrat"/>
                        </a:rPr>
                        <a:t>e.MAS app (day 11,</a:t>
                      </a:r>
                    </a:p>
                    <a:p>
                      <a:pPr algn="l"/>
                      <a:r>
                        <a:rPr sz="850" b="0">
                          <a:solidFill>
                            <a:srgbClr val="3C3C3A"/>
                          </a:solidFill>
                          <a:latin typeface="Montserrat"/>
                        </a:rPr>
                        <a:t>expires day 14)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3C3C3A"/>
                          </a:solidFill>
                          <a:latin typeface="Montserrat"/>
                        </a:rPr>
                        <a:t>Target &gt; 90%; response rate &gt; 45%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3C3C3A"/>
                          </a:solidFill>
                          <a:latin typeface="Montserrat"/>
                        </a:rPr>
                        <a:t>Ingest &amp; report only — lives in the e.MAS app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02920" y="4828032"/>
            <a:ext cx="6126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8A8A88"/>
                </a:solidFill>
                <a:latin typeface="Montserrat"/>
              </a:rPr>
              <a:t>Devoteam  ·  Technical Proposal  ·  PROTON — e.MAS Customer Operations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482803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8A8A88"/>
                </a:solidFill>
                <a:latin typeface="Montserrat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256032" cy="128016"/>
          </a:xfrm>
          <a:prstGeom prst="rect">
            <a:avLst/>
          </a:prstGeom>
          <a:solidFill>
            <a:srgbClr val="F84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6576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8485E"/>
                </a:solidFill>
                <a:latin typeface="Montserrat"/>
              </a:rPr>
              <a:t>SECTION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7223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3C3C3A"/>
                </a:solidFill>
                <a:latin typeface="Montserrat"/>
              </a:rPr>
              <a:t>What to Expect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25296"/>
            <a:ext cx="2194560" cy="38100"/>
          </a:xfrm>
          <a:prstGeom prst="rect">
            <a:avLst/>
          </a:prstGeom>
          <a:solidFill>
            <a:srgbClr val="FCC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310896"/>
            <a:ext cx="1051560" cy="314873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417320"/>
          <a:ext cx="8138160" cy="32369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566160"/>
                <a:gridCol w="4572000"/>
              </a:tblGrid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ontserrat"/>
                        </a:rPr>
                        <a:t>Business Expectation</a:t>
                      </a:r>
                    </a:p>
                  </a:txBody>
                  <a:tcPr anchor="ctr" marL="73152" marR="73152" marT="18288" marB="18288">
                    <a:solidFill>
                      <a:srgbClr val="3C3C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ontserrat"/>
                        </a:rPr>
                        <a:t>Technical Expectation</a:t>
                      </a:r>
                    </a:p>
                  </a:txBody>
                  <a:tcPr anchor="ctr" marL="73152" marR="73152" marT="18288" marB="18288">
                    <a:solidFill>
                      <a:srgbClr val="3C3C3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C3C3A"/>
                          </a:solidFill>
                          <a:latin typeface="Montserrat"/>
                        </a:rPr>
                        <a:t>No per-agent / per-seat licence fees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C3C3A"/>
                          </a:solidFill>
                          <a:latin typeface="Montserrat"/>
                        </a:rPr>
                        <a:t>Chatwoot Community (open-source), self-hosted on GCP — unlimited agents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C3C3A"/>
                          </a:solidFill>
                          <a:latin typeface="Montserrat"/>
                        </a:rPr>
                        <a:t>Your data stays yours</a:t>
                      </a:r>
                    </a:p>
                  </a:txBody>
                  <a:tcPr anchor="ctr" marL="73152" marR="73152" marT="18288" marB="18288">
                    <a:solidFill>
                      <a:srgbClr val="EFEA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C3C3A"/>
                          </a:solidFill>
                          <a:latin typeface="Montserrat"/>
                        </a:rPr>
                        <a:t>All conversations, KB and AI prompts inside PROTON's GCP project</a:t>
                      </a:r>
                    </a:p>
                  </a:txBody>
                  <a:tcPr anchor="ctr" marL="73152" marR="73152" marT="18288" marB="18288">
                    <a:solidFill>
                      <a:srgbClr val="EFEAD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C3C3A"/>
                          </a:solidFill>
                          <a:latin typeface="Montserrat"/>
                        </a:rPr>
                        <a:t>AI answers instantly, in their language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C3C3A"/>
                          </a:solidFill>
                          <a:latin typeface="Montserrat"/>
                        </a:rPr>
                        <a:t>Gemini on Vertex AI, same-language replies, grounded on your FAQ/KB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C3C3A"/>
                          </a:solidFill>
                          <a:latin typeface="Montserrat"/>
                        </a:rPr>
                        <a:t>Your SOP, not a generic product</a:t>
                      </a:r>
                    </a:p>
                  </a:txBody>
                  <a:tcPr anchor="ctr" marL="73152" marR="73152" marT="18288" marB="18288">
                    <a:solidFill>
                      <a:srgbClr val="EFEA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C3C3A"/>
                          </a:solidFill>
                          <a:latin typeface="Montserrat"/>
                        </a:rPr>
                        <a:t>Process flow as code: disclaimers, idle-close, YES/NO resolution, rating surveys</a:t>
                      </a:r>
                    </a:p>
                  </a:txBody>
                  <a:tcPr anchor="ctr" marL="73152" marR="73152" marT="18288" marB="18288">
                    <a:solidFill>
                      <a:srgbClr val="EFEAD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C3C3A"/>
                          </a:solidFill>
                          <a:latin typeface="Montserrat"/>
                        </a:rPr>
                        <a:t>Faster complaint resolution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C3C3A"/>
                          </a:solidFill>
                          <a:latin typeface="Montserrat"/>
                        </a:rPr>
                        <a:t>Auto-classification → PIC routing, SLA timers (2-min WA ack … 48h alarm)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C3C3A"/>
                          </a:solidFill>
                          <a:latin typeface="Montserrat"/>
                        </a:rPr>
                        <a:t>Management visibility</a:t>
                      </a:r>
                    </a:p>
                  </a:txBody>
                  <a:tcPr anchor="ctr" marL="73152" marR="73152" marT="18288" marB="18288">
                    <a:solidFill>
                      <a:srgbClr val="EFEA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C3C3A"/>
                          </a:solidFill>
                          <a:latin typeface="Montserrat"/>
                        </a:rPr>
                        <a:t>BigQuery analytics + Looker / Power BI, scheduled PDF/Excel, anomaly alerts</a:t>
                      </a:r>
                    </a:p>
                  </a:txBody>
                  <a:tcPr anchor="ctr" marL="73152" marR="73152" marT="18288" marB="18288">
                    <a:solidFill>
                      <a:srgbClr val="EFEAD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C3C3A"/>
                          </a:solidFill>
                          <a:latin typeface="Montserrat"/>
                        </a:rPr>
                        <a:t>Predictable, scalable cost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C3C3A"/>
                          </a:solidFill>
                          <a:latin typeface="Montserrat"/>
                        </a:rPr>
                        <a:t>Managed GCP services; pay for compute/storage consumed, scale per tenant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C3C3A"/>
                          </a:solidFill>
                          <a:latin typeface="Montserrat"/>
                        </a:rPr>
                        <a:t>Low delivery risk &amp; continuity</a:t>
                      </a:r>
                    </a:p>
                  </a:txBody>
                  <a:tcPr anchor="ctr" marL="73152" marR="73152" marT="18288" marB="18288">
                    <a:solidFill>
                      <a:srgbClr val="EFEA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C3C3A"/>
                          </a:solidFill>
                          <a:latin typeface="Montserrat"/>
                        </a:rPr>
                        <a:t>Majority already built &amp; demoed live; phased cutover, parallel-run first</a:t>
                      </a:r>
                    </a:p>
                  </a:txBody>
                  <a:tcPr anchor="ctr" marL="73152" marR="73152" marT="18288" marB="18288">
                    <a:solidFill>
                      <a:srgbClr val="EFEADC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02920" y="4828032"/>
            <a:ext cx="6126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8A8A88"/>
                </a:solidFill>
                <a:latin typeface="Montserrat"/>
              </a:rPr>
              <a:t>Devoteam  ·  Technical Proposal  ·  PROTON — e.MAS Customer Operations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0" y="482803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8A8A88"/>
                </a:solidFill>
                <a:latin typeface="Montserrat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663440" y="1051560"/>
            <a:ext cx="4754880" cy="3108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0000" b="1" i="0">
                <a:solidFill>
                  <a:srgbClr val="EFEADC"/>
                </a:solidFill>
                <a:latin typeface="Montserrat"/>
              </a:rP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72768"/>
            <a:ext cx="256032" cy="128016"/>
          </a:xfrm>
          <a:prstGeom prst="rect">
            <a:avLst/>
          </a:prstGeom>
          <a:solidFill>
            <a:srgbClr val="F84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8408" y="155448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8485E"/>
                </a:solidFill>
                <a:latin typeface="Montserrat"/>
              </a:rPr>
              <a:t>SECTION 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74519"/>
            <a:ext cx="75895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800" b="1" i="0">
                <a:solidFill>
                  <a:srgbClr val="3C3C3A"/>
                </a:solidFill>
                <a:latin typeface="Montserrat"/>
              </a:rPr>
              <a:t>Our Proposed Solution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3310128"/>
            <a:ext cx="2377440" cy="38100"/>
          </a:xfrm>
          <a:prstGeom prst="rect">
            <a:avLst/>
          </a:prstGeom>
          <a:solidFill>
            <a:srgbClr val="FCC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3511296"/>
            <a:ext cx="7589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8A8A88"/>
                </a:solidFill>
                <a:latin typeface="Montserrat"/>
              </a:rPr>
              <a:t>The platform  →  core capabilities  →  built with you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310896"/>
            <a:ext cx="1051560" cy="31487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256032" cy="128016"/>
          </a:xfrm>
          <a:prstGeom prst="rect">
            <a:avLst/>
          </a:prstGeom>
          <a:solidFill>
            <a:srgbClr val="F84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6576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8485E"/>
                </a:solidFill>
                <a:latin typeface="Montserrat"/>
              </a:rPr>
              <a:t>SECTION 2 · THE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7223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3C3C3A"/>
                </a:solidFill>
                <a:latin typeface="Montserrat"/>
              </a:rPr>
              <a:t>GCP Production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25296"/>
            <a:ext cx="2194560" cy="38100"/>
          </a:xfrm>
          <a:prstGeom prst="rect">
            <a:avLst/>
          </a:prstGeom>
          <a:solidFill>
            <a:srgbClr val="FCC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310896"/>
            <a:ext cx="1051560" cy="31487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1481328"/>
            <a:ext cx="9144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8A8A88"/>
                </a:solidFill>
                <a:latin typeface="Montserrat"/>
              </a:rPr>
              <a:t>Internet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417320" y="1463040"/>
            <a:ext cx="1508760" cy="457200"/>
          </a:xfrm>
          <a:prstGeom prst="roundRect">
            <a:avLst/>
          </a:prstGeom>
          <a:solidFill>
            <a:srgbClr val="F84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72184" y="1517904"/>
            <a:ext cx="139903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FFFFFF"/>
                </a:solidFill>
                <a:latin typeface="Montserrat"/>
              </a:rPr>
              <a:t>Cloud LB + Caddy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FFFFFF"/>
                </a:solidFill>
                <a:latin typeface="Montserrat"/>
              </a:rPr>
              <a:t>TLS · routing · per-tenant entry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98448" y="1678940"/>
            <a:ext cx="9144" cy="25400"/>
          </a:xfrm>
          <a:prstGeom prst="rect">
            <a:avLst/>
          </a:prstGeom>
          <a:solidFill>
            <a:srgbClr val="8A8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Isosceles Triangle 11"/>
          <p:cNvSpPr/>
          <p:nvPr/>
        </p:nvSpPr>
        <p:spPr>
          <a:xfrm rot="5400000">
            <a:off x="1307592" y="1636776"/>
            <a:ext cx="109728" cy="109728"/>
          </a:xfrm>
          <a:prstGeom prst="triangle">
            <a:avLst/>
          </a:prstGeom>
          <a:solidFill>
            <a:srgbClr val="8A8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2103120"/>
            <a:ext cx="8138160" cy="859536"/>
          </a:xfrm>
          <a:prstGeom prst="rect">
            <a:avLst/>
          </a:prstGeom>
          <a:solidFill>
            <a:srgbClr val="DDE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2121408"/>
            <a:ext cx="47548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1" i="0">
                <a:solidFill>
                  <a:srgbClr val="5AB891"/>
                </a:solidFill>
                <a:latin typeface="Montserrat"/>
              </a:rPr>
              <a:t>APPLICATION — GKE Standard  (containerized · node-pool control · multi-tenant)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2240280"/>
            <a:ext cx="2468880" cy="566928"/>
          </a:xfrm>
          <a:prstGeom prst="roundRect">
            <a:avLst/>
          </a:prstGeom>
          <a:solidFill>
            <a:srgbClr val="5AB8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0664" y="2295144"/>
            <a:ext cx="235915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FFFFFF"/>
                </a:solidFill>
                <a:latin typeface="Montserrat"/>
              </a:rPr>
              <a:t>Chatwoot  (GKE)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750" b="0" i="0">
                <a:solidFill>
                  <a:srgbClr val="FFFFFF"/>
                </a:solidFill>
                <a:latin typeface="Montserrat"/>
              </a:rPr>
              <a:t>Rails + Sidekiq · CRM / live-chat core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912303" y="1920240"/>
            <a:ext cx="15875" cy="320040"/>
          </a:xfrm>
          <a:prstGeom prst="rect">
            <a:avLst/>
          </a:prstGeom>
          <a:solidFill>
            <a:srgbClr val="8A8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291840" y="2240280"/>
            <a:ext cx="2468880" cy="566928"/>
          </a:xfrm>
          <a:prstGeom prst="roundRect">
            <a:avLst/>
          </a:prstGeom>
          <a:solidFill>
            <a:srgbClr val="5AB8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46704" y="2295144"/>
            <a:ext cx="235915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FFFFFF"/>
                </a:solidFill>
                <a:latin typeface="Montserrat"/>
              </a:rPr>
              <a:t>agent  (GKE)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750" b="0" i="0">
                <a:solidFill>
                  <a:srgbClr val="FFFFFF"/>
                </a:solidFill>
                <a:latin typeface="Montserrat"/>
              </a:rPr>
              <a:t>Webhook sync · AI orchestration · SLA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18343" y="1920240"/>
            <a:ext cx="15875" cy="320040"/>
          </a:xfrm>
          <a:prstGeom prst="rect">
            <a:avLst/>
          </a:prstGeom>
          <a:solidFill>
            <a:srgbClr val="8A8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897880" y="2240280"/>
            <a:ext cx="2468880" cy="566928"/>
          </a:xfrm>
          <a:prstGeom prst="roundRect">
            <a:avLst/>
          </a:prstGeom>
          <a:solidFill>
            <a:srgbClr val="5AB8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52744" y="2295144"/>
            <a:ext cx="235915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FFFFFF"/>
                </a:solidFill>
                <a:latin typeface="Montserrat"/>
              </a:rPr>
              <a:t>backend  (GKE)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750" b="0" i="0">
                <a:solidFill>
                  <a:srgbClr val="FFFFFF"/>
                </a:solidFill>
                <a:latin typeface="Montserrat"/>
              </a:rPr>
              <a:t>Gemini agent · KB · routing · metrics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124383" y="1920240"/>
            <a:ext cx="15875" cy="320040"/>
          </a:xfrm>
          <a:prstGeom prst="rect">
            <a:avLst/>
          </a:prstGeom>
          <a:solidFill>
            <a:srgbClr val="8A8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02920" y="3163824"/>
            <a:ext cx="8138160" cy="896112"/>
          </a:xfrm>
          <a:prstGeom prst="rect">
            <a:avLst/>
          </a:prstGeom>
          <a:solidFill>
            <a:srgbClr val="DAE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928" y="3182112"/>
            <a:ext cx="36576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1" i="0">
                <a:solidFill>
                  <a:srgbClr val="4A8CCA"/>
                </a:solidFill>
                <a:latin typeface="Montserrat"/>
              </a:rPr>
              <a:t>AI · DATA · STATE  (managed GCP services)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3291840"/>
            <a:ext cx="1938528" cy="603504"/>
          </a:xfrm>
          <a:prstGeom prst="roundRect">
            <a:avLst/>
          </a:prstGeom>
          <a:solidFill>
            <a:srgbClr val="4A8C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1792" y="3346704"/>
            <a:ext cx="182880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FFFFFF"/>
                </a:solidFill>
                <a:latin typeface="Montserrat"/>
              </a:rPr>
              <a:t>Vertex AI — Gemini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750" b="0" i="0">
                <a:solidFill>
                  <a:srgbClr val="FFFFFF"/>
                </a:solidFill>
                <a:latin typeface="Montserrat"/>
              </a:rPr>
              <a:t>drafts · classify · same-language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624328" y="3291840"/>
            <a:ext cx="1938528" cy="603504"/>
          </a:xfrm>
          <a:prstGeom prst="roundRect">
            <a:avLst/>
          </a:prstGeom>
          <a:solidFill>
            <a:srgbClr val="4A8C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679192" y="3346704"/>
            <a:ext cx="182880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FFFFFF"/>
                </a:solidFill>
                <a:latin typeface="Montserrat"/>
              </a:rPr>
              <a:t>Vertex Search + pgvector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750" b="0" i="0">
                <a:solidFill>
                  <a:srgbClr val="FFFFFF"/>
                </a:solidFill>
                <a:latin typeface="Montserrat"/>
              </a:rPr>
              <a:t>KB grounding — no black box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681728" y="3291840"/>
            <a:ext cx="1938528" cy="603504"/>
          </a:xfrm>
          <a:prstGeom prst="roundRect">
            <a:avLst/>
          </a:prstGeom>
          <a:solidFill>
            <a:srgbClr val="3C3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36592" y="3346704"/>
            <a:ext cx="182880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FFFFFF"/>
                </a:solidFill>
                <a:latin typeface="Montserrat"/>
              </a:rPr>
              <a:t>Cloud SQL (Postgres)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750" b="0" i="0">
                <a:solidFill>
                  <a:srgbClr val="FFFFFF"/>
                </a:solidFill>
                <a:latin typeface="Montserrat"/>
              </a:rPr>
              <a:t>Chatwoot DB + per-tenant KB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739128" y="3291840"/>
            <a:ext cx="1938528" cy="603504"/>
          </a:xfrm>
          <a:prstGeom prst="roundRect">
            <a:avLst/>
          </a:prstGeom>
          <a:solidFill>
            <a:srgbClr val="3C3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793992" y="3346704"/>
            <a:ext cx="182880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FFFFFF"/>
                </a:solidFill>
                <a:latin typeface="Montserrat"/>
              </a:rPr>
              <a:t>Memorystore · Storage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750" b="0" i="0">
                <a:solidFill>
                  <a:srgbClr val="FFFFFF"/>
                </a:solidFill>
                <a:latin typeface="Montserrat"/>
              </a:rPr>
              <a:t>Redis queues · attachments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2920" y="4224528"/>
            <a:ext cx="8138160" cy="457200"/>
          </a:xfrm>
          <a:prstGeom prst="rect">
            <a:avLst/>
          </a:prstGeom>
          <a:solidFill>
            <a:srgbClr val="EFEA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8368" y="4224528"/>
            <a:ext cx="78638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3C3C3A"/>
                </a:solidFill>
                <a:latin typeface="Montserrat"/>
              </a:rPr>
              <a:t>Secret Manager  ·  BigQuery → Looker Studio / Power BI  ·  Cloud Monitoring &amp; Logging  ·  Automated backups  ·  Multi-tenant isolation (per-tenant namespaces + node pools · isolated DBs)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4828032"/>
            <a:ext cx="6126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8A8A88"/>
                </a:solidFill>
                <a:latin typeface="Montserrat"/>
              </a:rPr>
              <a:t>Devoteam  ·  Technical Proposal  ·  PROTON — e.MAS Customer Operations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38160" y="482803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8A8A88"/>
                </a:solidFill>
                <a:latin typeface="Montserrat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256032" cy="128016"/>
          </a:xfrm>
          <a:prstGeom prst="rect">
            <a:avLst/>
          </a:prstGeom>
          <a:solidFill>
            <a:srgbClr val="F84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6576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8485E"/>
                </a:solidFill>
                <a:latin typeface="Montserrat"/>
              </a:rPr>
              <a:t>SECTION 2 · THE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7223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3C3C3A"/>
                </a:solidFill>
                <a:latin typeface="Montserrat"/>
              </a:rPr>
              <a:t>Current State vs. Target State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25296"/>
            <a:ext cx="2194560" cy="38100"/>
          </a:xfrm>
          <a:prstGeom prst="rect">
            <a:avLst/>
          </a:prstGeom>
          <a:solidFill>
            <a:srgbClr val="FCC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310896"/>
            <a:ext cx="1051560" cy="314873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02920" y="1481328"/>
            <a:ext cx="1737360" cy="384048"/>
          </a:xfrm>
          <a:prstGeom prst="rect">
            <a:avLst/>
          </a:prstGeom>
          <a:solidFill>
            <a:srgbClr val="EF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481328"/>
            <a:ext cx="15544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3C3C3A"/>
                </a:solidFill>
                <a:latin typeface="Montserrat"/>
              </a:rPr>
              <a:t>WHAT CHANGES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40280" y="1481328"/>
            <a:ext cx="3200400" cy="384048"/>
          </a:xfrm>
          <a:prstGeom prst="rect">
            <a:avLst/>
          </a:prstGeom>
          <a:solidFill>
            <a:srgbClr val="F84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40280" y="1481328"/>
            <a:ext cx="32004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Montserrat"/>
              </a:rPr>
              <a:t>TODAY — ZENDESK (SaaS)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40680" y="1481328"/>
            <a:ext cx="3200400" cy="384048"/>
          </a:xfrm>
          <a:prstGeom prst="rect">
            <a:avLst/>
          </a:prstGeom>
          <a:solidFill>
            <a:srgbClr val="5AB8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40680" y="1481328"/>
            <a:ext cx="32004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Montserrat"/>
              </a:rPr>
              <a:t>TARGET — SELF-MANAGED ON GCP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1865376"/>
            <a:ext cx="1737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FE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" y="1865376"/>
            <a:ext cx="151790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3C3C3A"/>
                </a:solidFill>
                <a:latin typeface="Montserrat"/>
              </a:rPr>
              <a:t>Licensing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40280" y="1865376"/>
            <a:ext cx="3200400" cy="566928"/>
          </a:xfrm>
          <a:prstGeom prst="rect">
            <a:avLst/>
          </a:prstGeom>
          <a:solidFill>
            <a:srgbClr val="FD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368296" y="2029968"/>
            <a:ext cx="237744" cy="237744"/>
          </a:xfrm>
          <a:prstGeom prst="ellipse">
            <a:avLst/>
          </a:prstGeom>
          <a:solidFill>
            <a:srgbClr val="F84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368296" y="202996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Montserrat"/>
              </a:rPr>
              <a:t>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34056" y="1865376"/>
            <a:ext cx="257860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3C3C3A"/>
                </a:solidFill>
                <a:latin typeface="Montserrat"/>
              </a:rPr>
              <a:t>Per-agent subscription — pay per seat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40680" y="1865376"/>
            <a:ext cx="3200400" cy="566928"/>
          </a:xfrm>
          <a:prstGeom prst="rect">
            <a:avLst/>
          </a:prstGeom>
          <a:solidFill>
            <a:srgbClr val="DDE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568696" y="2029968"/>
            <a:ext cx="237744" cy="237744"/>
          </a:xfrm>
          <a:prstGeom prst="ellipse">
            <a:avLst/>
          </a:prstGeom>
          <a:solidFill>
            <a:srgbClr val="5AB8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568696" y="202996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Montserrat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34456" y="1865376"/>
            <a:ext cx="257860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3C3C3A"/>
                </a:solidFill>
                <a:latin typeface="Montserrat"/>
              </a:rPr>
              <a:t>No seat fees — pay for infrastructure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2432304"/>
            <a:ext cx="1737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FE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2648" y="2432304"/>
            <a:ext cx="151790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3C3C3A"/>
                </a:solidFill>
                <a:latin typeface="Montserrat"/>
              </a:rPr>
              <a:t>Data &amp; AI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240280" y="2432304"/>
            <a:ext cx="3200400" cy="566928"/>
          </a:xfrm>
          <a:prstGeom prst="rect">
            <a:avLst/>
          </a:prstGeom>
          <a:solidFill>
            <a:srgbClr val="FD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2368296" y="2596896"/>
            <a:ext cx="237744" cy="237744"/>
          </a:xfrm>
          <a:prstGeom prst="ellipse">
            <a:avLst/>
          </a:prstGeom>
          <a:solidFill>
            <a:srgbClr val="F84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368296" y="259689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Montserrat"/>
              </a:rPr>
              <a:t>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34056" y="2432304"/>
            <a:ext cx="257860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3C3C3A"/>
                </a:solidFill>
                <a:latin typeface="Montserrat"/>
              </a:rPr>
              <a:t>Hosted by the vendor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40680" y="2432304"/>
            <a:ext cx="3200400" cy="566928"/>
          </a:xfrm>
          <a:prstGeom prst="rect">
            <a:avLst/>
          </a:prstGeom>
          <a:solidFill>
            <a:srgbClr val="DDE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568696" y="2596896"/>
            <a:ext cx="237744" cy="237744"/>
          </a:xfrm>
          <a:prstGeom prst="ellipse">
            <a:avLst/>
          </a:prstGeom>
          <a:solidFill>
            <a:srgbClr val="5AB8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568696" y="259689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Montserrat"/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34456" y="2432304"/>
            <a:ext cx="257860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3C3C3A"/>
                </a:solidFill>
                <a:latin typeface="Montserrat"/>
              </a:rPr>
              <a:t>Inside PROTON's own GCP project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2920" y="2999232"/>
            <a:ext cx="1737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FE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2648" y="2999232"/>
            <a:ext cx="151790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3C3C3A"/>
                </a:solidFill>
                <a:latin typeface="Montserrat"/>
              </a:rPr>
              <a:t>Knowledge base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240280" y="2999232"/>
            <a:ext cx="3200400" cy="566928"/>
          </a:xfrm>
          <a:prstGeom prst="rect">
            <a:avLst/>
          </a:prstGeom>
          <a:solidFill>
            <a:srgbClr val="FD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2368296" y="3163824"/>
            <a:ext cx="237744" cy="237744"/>
          </a:xfrm>
          <a:prstGeom prst="ellipse">
            <a:avLst/>
          </a:prstGeom>
          <a:solidFill>
            <a:srgbClr val="F84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368296" y="3163824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Montserrat"/>
              </a:rPr>
              <a:t>✕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734056" y="2999232"/>
            <a:ext cx="257860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3C3C3A"/>
                </a:solidFill>
                <a:latin typeface="Montserrat"/>
              </a:rPr>
              <a:t>Limited control over AI grounding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40680" y="2999232"/>
            <a:ext cx="3200400" cy="566928"/>
          </a:xfrm>
          <a:prstGeom prst="rect">
            <a:avLst/>
          </a:prstGeom>
          <a:solidFill>
            <a:srgbClr val="DDE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5568696" y="3163824"/>
            <a:ext cx="237744" cy="237744"/>
          </a:xfrm>
          <a:prstGeom prst="ellipse">
            <a:avLst/>
          </a:prstGeom>
          <a:solidFill>
            <a:srgbClr val="5AB8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568696" y="3163824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Montserrat"/>
              </a:rPr>
              <a:t>✓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934456" y="2999232"/>
            <a:ext cx="257860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3C3C3A"/>
                </a:solidFill>
                <a:latin typeface="Montserrat"/>
              </a:rPr>
              <a:t>Owned &amp; edited by PROTON, no-code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02920" y="3566160"/>
            <a:ext cx="1737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FE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12648" y="3566160"/>
            <a:ext cx="151790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3C3C3A"/>
                </a:solidFill>
                <a:latin typeface="Montserrat"/>
              </a:rPr>
              <a:t>Integrations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240280" y="3566160"/>
            <a:ext cx="3200400" cy="566928"/>
          </a:xfrm>
          <a:prstGeom prst="rect">
            <a:avLst/>
          </a:prstGeom>
          <a:solidFill>
            <a:srgbClr val="FD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2368296" y="3730752"/>
            <a:ext cx="237744" cy="237744"/>
          </a:xfrm>
          <a:prstGeom prst="ellipse">
            <a:avLst/>
          </a:prstGeom>
          <a:solidFill>
            <a:srgbClr val="F84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368296" y="373075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Montserrat"/>
              </a:rPr>
              <a:t>✕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734056" y="3566160"/>
            <a:ext cx="257860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3C3C3A"/>
                </a:solidFill>
                <a:latin typeface="Montserrat"/>
              </a:rPr>
              <a:t>Bolted onto a closed platform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440680" y="3566160"/>
            <a:ext cx="3200400" cy="566928"/>
          </a:xfrm>
          <a:prstGeom prst="rect">
            <a:avLst/>
          </a:prstGeom>
          <a:solidFill>
            <a:srgbClr val="DDE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5568696" y="3730752"/>
            <a:ext cx="237744" cy="237744"/>
          </a:xfrm>
          <a:prstGeom prst="ellipse">
            <a:avLst/>
          </a:prstGeom>
          <a:solidFill>
            <a:srgbClr val="5AB8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568696" y="373075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Montserrat"/>
              </a:rPr>
              <a:t>✓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934456" y="3566160"/>
            <a:ext cx="257860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3C3C3A"/>
                </a:solidFill>
                <a:latin typeface="Montserrat"/>
              </a:rPr>
              <a:t>Native DMS/TSP, telephony &amp; BI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02920" y="4261104"/>
            <a:ext cx="8138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3C3C3A"/>
                </a:solidFill>
                <a:latin typeface="Montserrat"/>
              </a:rPr>
              <a:t>Same capabilities — moved onto foundations PROTON owns and controls, at infrastructure cost.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02920" y="4828032"/>
            <a:ext cx="6126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8A8A88"/>
                </a:solidFill>
                <a:latin typeface="Montserrat"/>
              </a:rPr>
              <a:t>Devoteam  ·  Technical Proposal  ·  PROTON — e.MAS Customer Operations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138160" y="482803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8A8A88"/>
                </a:solidFill>
                <a:latin typeface="Montserrat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256032" cy="128016"/>
          </a:xfrm>
          <a:prstGeom prst="rect">
            <a:avLst/>
          </a:prstGeom>
          <a:solidFill>
            <a:srgbClr val="F84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6576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8485E"/>
                </a:solidFill>
                <a:latin typeface="Montserrat"/>
              </a:rPr>
              <a:t>SECTION 2 · CORE CAPABILITIES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7223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3C3C3A"/>
                </a:solidFill>
                <a:latin typeface="Montserrat"/>
              </a:rPr>
              <a:t>Demonstrated Live — Working Today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25296"/>
            <a:ext cx="2194560" cy="38100"/>
          </a:xfrm>
          <a:prstGeom prst="rect">
            <a:avLst/>
          </a:prstGeom>
          <a:solidFill>
            <a:srgbClr val="FCC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310896"/>
            <a:ext cx="1051560" cy="31487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1481328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8485E"/>
                </a:solidFill>
                <a:latin typeface="Montserrat"/>
              </a:rPr>
              <a:t>AGENT WORKSPACE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828800"/>
            <a:ext cx="4023360" cy="2651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1150" b="1">
                <a:solidFill>
                  <a:srgbClr val="F8485E"/>
                </a:solidFill>
                <a:latin typeface="Montserrat"/>
              </a:rPr>
              <a:t>—  </a:t>
            </a:r>
            <a:r>
              <a:rPr sz="1150" b="1">
                <a:solidFill>
                  <a:srgbClr val="3C3C3A"/>
                </a:solidFill>
                <a:latin typeface="Montserrat"/>
              </a:rPr>
              <a:t>Unified inbox </a:t>
            </a:r>
            <a:r>
              <a:rPr sz="1150" b="0">
                <a:solidFill>
                  <a:srgbClr val="3C3C3A"/>
                </a:solidFill>
                <a:latin typeface="Montserrat"/>
              </a:rPr>
              <a:t>— one agent view across channels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1150" b="1">
                <a:solidFill>
                  <a:srgbClr val="F8485E"/>
                </a:solidFill>
                <a:latin typeface="Montserrat"/>
              </a:rPr>
              <a:t>—  </a:t>
            </a:r>
            <a:r>
              <a:rPr sz="1150" b="1">
                <a:solidFill>
                  <a:srgbClr val="3C3C3A"/>
                </a:solidFill>
                <a:latin typeface="Montserrat"/>
              </a:rPr>
              <a:t>AI suggest-reply </a:t>
            </a:r>
            <a:r>
              <a:rPr sz="1150" b="0">
                <a:solidFill>
                  <a:srgbClr val="3C3C3A"/>
                </a:solidFill>
                <a:latin typeface="Montserrat"/>
              </a:rPr>
              <a:t>— drafted from your knowledge base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1150" b="1">
                <a:solidFill>
                  <a:srgbClr val="F8485E"/>
                </a:solidFill>
                <a:latin typeface="Montserrat"/>
              </a:rPr>
              <a:t>—  </a:t>
            </a:r>
            <a:r>
              <a:rPr sz="1150" b="1">
                <a:solidFill>
                  <a:srgbClr val="3C3C3A"/>
                </a:solidFill>
                <a:latin typeface="Montserrat"/>
              </a:rPr>
              <a:t>Summarize </a:t>
            </a:r>
            <a:r>
              <a:rPr sz="1150" b="0">
                <a:solidFill>
                  <a:srgbClr val="3C3C3A"/>
                </a:solidFill>
                <a:latin typeface="Montserrat"/>
              </a:rPr>
              <a:t>— conversation → private note for the agent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1150" b="1">
                <a:solidFill>
                  <a:srgbClr val="F8485E"/>
                </a:solidFill>
                <a:latin typeface="Montserrat"/>
              </a:rPr>
              <a:t>—  </a:t>
            </a:r>
            <a:r>
              <a:rPr sz="1150" b="1">
                <a:solidFill>
                  <a:srgbClr val="3C3C3A"/>
                </a:solidFill>
                <a:latin typeface="Montserrat"/>
              </a:rPr>
              <a:t>Ask Copilot </a:t>
            </a:r>
            <a:r>
              <a:rPr sz="1150" b="0">
                <a:solidFill>
                  <a:srgbClr val="3C3C3A"/>
                </a:solidFill>
                <a:latin typeface="Montserrat"/>
              </a:rPr>
              <a:t>— grounded on internal / customer data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1150" b="1">
                <a:solidFill>
                  <a:srgbClr val="F8485E"/>
                </a:solidFill>
                <a:latin typeface="Montserrat"/>
              </a:rPr>
              <a:t>—  </a:t>
            </a:r>
            <a:r>
              <a:rPr sz="1150" b="1">
                <a:solidFill>
                  <a:srgbClr val="3C3C3A"/>
                </a:solidFill>
                <a:latin typeface="Montserrat"/>
              </a:rPr>
              <a:t>FAQ assist </a:t>
            </a:r>
            <a:r>
              <a:rPr sz="1150" b="0">
                <a:solidFill>
                  <a:srgbClr val="3C3C3A"/>
                </a:solidFill>
                <a:latin typeface="Montserrat"/>
              </a:rPr>
              <a:t>— keyword-matched replies, one click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9160" y="1481328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8485E"/>
                </a:solidFill>
                <a:latin typeface="Montserrat"/>
              </a:rPr>
              <a:t>RECORDS &amp; REPORTING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1828800"/>
            <a:ext cx="3931920" cy="2651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1150" b="1">
                <a:solidFill>
                  <a:srgbClr val="5AB891"/>
                </a:solidFill>
                <a:latin typeface="Montserrat"/>
              </a:rPr>
              <a:t>—  </a:t>
            </a:r>
            <a:r>
              <a:rPr sz="1150" b="1">
                <a:solidFill>
                  <a:srgbClr val="3C3C3A"/>
                </a:solidFill>
                <a:latin typeface="Montserrat"/>
              </a:rPr>
              <a:t>Contact panel </a:t>
            </a:r>
            <a:r>
              <a:rPr sz="1150" b="0">
                <a:solidFill>
                  <a:srgbClr val="3C3C3A"/>
                </a:solidFill>
                <a:latin typeface="Montserrat"/>
              </a:rPr>
              <a:t>— info, history, edit &amp; merge contacts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1150" b="1">
                <a:solidFill>
                  <a:srgbClr val="5AB891"/>
                </a:solidFill>
                <a:latin typeface="Montserrat"/>
              </a:rPr>
              <a:t>—  </a:t>
            </a:r>
            <a:r>
              <a:rPr sz="1150" b="1">
                <a:solidFill>
                  <a:srgbClr val="3C3C3A"/>
                </a:solidFill>
                <a:latin typeface="Montserrat"/>
              </a:rPr>
              <a:t>Conversation history </a:t>
            </a:r>
            <a:r>
              <a:rPr sz="1150" b="0">
                <a:solidFill>
                  <a:srgbClr val="3C3C3A"/>
                </a:solidFill>
                <a:latin typeface="Montserrat"/>
              </a:rPr>
              <a:t>— prior chats per customer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1150" b="1">
                <a:solidFill>
                  <a:srgbClr val="5AB891"/>
                </a:solidFill>
                <a:latin typeface="Montserrat"/>
              </a:rPr>
              <a:t>—  </a:t>
            </a:r>
            <a:r>
              <a:rPr sz="1150" b="1">
                <a:solidFill>
                  <a:srgbClr val="3C3C3A"/>
                </a:solidFill>
                <a:latin typeface="Montserrat"/>
              </a:rPr>
              <a:t>Native reports </a:t>
            </a:r>
            <a:r>
              <a:rPr sz="1150" b="0">
                <a:solidFill>
                  <a:srgbClr val="3C3C3A"/>
                </a:solidFill>
                <a:latin typeface="Montserrat"/>
              </a:rPr>
              <a:t>— overview, open conversations, agent status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1150" b="1">
                <a:solidFill>
                  <a:srgbClr val="5AB891"/>
                </a:solidFill>
                <a:latin typeface="Montserrat"/>
              </a:rPr>
              <a:t>—  </a:t>
            </a:r>
            <a:r>
              <a:rPr sz="1150" b="1">
                <a:solidFill>
                  <a:srgbClr val="3C3C3A"/>
                </a:solidFill>
                <a:latin typeface="Montserrat"/>
              </a:rPr>
              <a:t>SLA metrics </a:t>
            </a:r>
            <a:r>
              <a:rPr sz="1150" b="0">
                <a:solidFill>
                  <a:srgbClr val="3C3C3A"/>
                </a:solidFill>
                <a:latin typeface="Montserrat"/>
              </a:rPr>
              <a:t>— avg resolution ~6m30s, per-channel volume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1150" b="1">
                <a:solidFill>
                  <a:srgbClr val="5AB891"/>
                </a:solidFill>
                <a:latin typeface="Montserrat"/>
              </a:rPr>
              <a:t>—  </a:t>
            </a:r>
            <a:r>
              <a:rPr sz="1150" b="1">
                <a:solidFill>
                  <a:srgbClr val="3C3C3A"/>
                </a:solidFill>
                <a:latin typeface="Montserrat"/>
              </a:rPr>
              <a:t>Auto-labels </a:t>
            </a:r>
            <a:r>
              <a:rPr sz="1150" b="0">
                <a:solidFill>
                  <a:srgbClr val="3C3C3A"/>
                </a:solidFill>
                <a:latin typeface="Montserrat"/>
              </a:rPr>
              <a:t>— AI classifies inquiry / complaint / feedback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4315968"/>
            <a:ext cx="8138160" cy="457200"/>
          </a:xfrm>
          <a:prstGeom prst="rect">
            <a:avLst/>
          </a:prstGeom>
          <a:solidFill>
            <a:srgbClr val="D7EB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4315968"/>
            <a:ext cx="78638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3C3C3A"/>
                </a:solidFill>
                <a:latin typeface="Montserrat"/>
              </a:rPr>
              <a:t>All shown live on your PROTON tenant — across WhatsApp, Website, API and Voice.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828032"/>
            <a:ext cx="6126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8A8A88"/>
                </a:solidFill>
                <a:latin typeface="Montserrat"/>
              </a:rPr>
              <a:t>Devoteam  ·  Technical Proposal  ·  PROTON — e.MAS Customer Operations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482803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8A8A88"/>
                </a:solidFill>
                <a:latin typeface="Montserrat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256032" cy="128016"/>
          </a:xfrm>
          <a:prstGeom prst="rect">
            <a:avLst/>
          </a:prstGeom>
          <a:solidFill>
            <a:srgbClr val="F84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6576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8485E"/>
                </a:solidFill>
                <a:latin typeface="Montserrat"/>
              </a:rPr>
              <a:t>SECTION 2 · CORE CAPABILITIES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7223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3C3C3A"/>
                </a:solidFill>
                <a:latin typeface="Montserrat"/>
              </a:rPr>
              <a:t>Omnichannel — Live Channel Status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25296"/>
            <a:ext cx="2194560" cy="38100"/>
          </a:xfrm>
          <a:prstGeom prst="rect">
            <a:avLst/>
          </a:prstGeom>
          <a:solidFill>
            <a:srgbClr val="FCC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310896"/>
            <a:ext cx="1051560" cy="314873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463040"/>
          <a:ext cx="8138160" cy="28712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68880"/>
                <a:gridCol w="2651760"/>
                <a:gridCol w="3017520"/>
              </a:tblGrid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ontserrat"/>
                        </a:rPr>
                        <a:t>Channel</a:t>
                      </a:r>
                    </a:p>
                  </a:txBody>
                  <a:tcPr anchor="ctr" marL="73152" marR="73152" marT="18288" marB="18288">
                    <a:solidFill>
                      <a:srgbClr val="3C3C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ontserrat"/>
                        </a:rPr>
                        <a:t>Integration</a:t>
                      </a:r>
                    </a:p>
                  </a:txBody>
                  <a:tcPr anchor="ctr" marL="73152" marR="73152" marT="18288" marB="18288">
                    <a:solidFill>
                      <a:srgbClr val="3C3C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ontserrat"/>
                        </a:rPr>
                        <a:t>Status (as demonstrated 28 Jul)</a:t>
                      </a:r>
                    </a:p>
                  </a:txBody>
                  <a:tcPr anchor="ctr" marL="73152" marR="73152" marT="18288" marB="18288">
                    <a:solidFill>
                      <a:srgbClr val="3C3C3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C3C3A"/>
                          </a:solidFill>
                          <a:latin typeface="Montserrat"/>
                        </a:rPr>
                        <a:t>WhatsApp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C3C3A"/>
                          </a:solidFill>
                          <a:latin typeface="Montserrat"/>
                        </a:rPr>
                        <a:t>Twilio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C3C3A"/>
                          </a:solidFill>
                          <a:latin typeface="Montserrat"/>
                        </a:rPr>
                        <a:t>● Live — demonstrated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C3C3A"/>
                          </a:solidFill>
                          <a:latin typeface="Montserrat"/>
                        </a:rPr>
                        <a:t>Website widget</a:t>
                      </a:r>
                    </a:p>
                  </a:txBody>
                  <a:tcPr anchor="ctr" marL="73152" marR="73152" marT="18288" marB="18288">
                    <a:solidFill>
                      <a:srgbClr val="DDEF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C3C3A"/>
                          </a:solidFill>
                          <a:latin typeface="Montserrat"/>
                        </a:rPr>
                        <a:t>Native</a:t>
                      </a:r>
                    </a:p>
                  </a:txBody>
                  <a:tcPr anchor="ctr" marL="73152" marR="73152" marT="18288" marB="18288">
                    <a:solidFill>
                      <a:srgbClr val="DDEF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C3C3A"/>
                          </a:solidFill>
                          <a:latin typeface="Montserrat"/>
                        </a:rPr>
                        <a:t>● Live — demonstrated</a:t>
                      </a:r>
                    </a:p>
                  </a:txBody>
                  <a:tcPr anchor="ctr" marL="73152" marR="73152" marT="18288" marB="18288">
                    <a:solidFill>
                      <a:srgbClr val="DDEFE7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C3C3A"/>
                          </a:solidFill>
                          <a:latin typeface="Montserrat"/>
                        </a:rPr>
                        <a:t>API (backend-to-backend)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C3C3A"/>
                          </a:solidFill>
                          <a:latin typeface="Montserrat"/>
                        </a:rPr>
                        <a:t>PROTON API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C3C3A"/>
                          </a:solidFill>
                          <a:latin typeface="Montserrat"/>
                        </a:rPr>
                        <a:t>● Live — demonstrated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C3C3A"/>
                          </a:solidFill>
                          <a:latin typeface="Montserrat"/>
                        </a:rPr>
                        <a:t>Voice</a:t>
                      </a:r>
                    </a:p>
                  </a:txBody>
                  <a:tcPr anchor="ctr" marL="73152" marR="73152" marT="18288" marB="18288">
                    <a:solidFill>
                      <a:srgbClr val="DDEF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C3C3A"/>
                          </a:solidFill>
                          <a:latin typeface="Montserrat"/>
                        </a:rPr>
                        <a:t>Twilio conversational AI</a:t>
                      </a:r>
                    </a:p>
                  </a:txBody>
                  <a:tcPr anchor="ctr" marL="73152" marR="73152" marT="18288" marB="18288">
                    <a:solidFill>
                      <a:srgbClr val="DDEF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C3C3A"/>
                          </a:solidFill>
                          <a:latin typeface="Montserrat"/>
                        </a:rPr>
                        <a:t>● Live — real call demonstrated</a:t>
                      </a:r>
                    </a:p>
                  </a:txBody>
                  <a:tcPr anchor="ctr" marL="73152" marR="73152" marT="18288" marB="18288">
                    <a:solidFill>
                      <a:srgbClr val="DDEFE7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C3C3A"/>
                          </a:solidFill>
                          <a:latin typeface="Montserrat"/>
                        </a:rPr>
                        <a:t>Email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C3C3A"/>
                          </a:solidFill>
                          <a:latin typeface="Montserrat"/>
                        </a:rPr>
                        <a:t>IMAP / SMTP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C3C3A"/>
                          </a:solidFill>
                          <a:latin typeface="Montserrat"/>
                        </a:rPr>
                        <a:t>◐ Pending — PROTON domain + credentials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C3C3A"/>
                          </a:solidFill>
                          <a:latin typeface="Montserrat"/>
                        </a:rPr>
                        <a:t>Social (FB / IG)</a:t>
                      </a:r>
                    </a:p>
                  </a:txBody>
                  <a:tcPr anchor="ctr" marL="73152" marR="73152" marT="18288" marB="18288">
                    <a:solidFill>
                      <a:srgbClr val="DDEF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C3C3A"/>
                          </a:solidFill>
                          <a:latin typeface="Montserrat"/>
                        </a:rPr>
                        <a:t>Meta Business</a:t>
                      </a:r>
                    </a:p>
                  </a:txBody>
                  <a:tcPr anchor="ctr" marL="73152" marR="73152" marT="18288" marB="18288">
                    <a:solidFill>
                      <a:srgbClr val="DDEF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C3C3A"/>
                          </a:solidFill>
                          <a:latin typeface="Montserrat"/>
                        </a:rPr>
                        <a:t>◐ Pending — Meta business verification</a:t>
                      </a:r>
                    </a:p>
                  </a:txBody>
                  <a:tcPr anchor="ctr" marL="73152" marR="73152" marT="18288" marB="18288">
                    <a:solidFill>
                      <a:srgbClr val="DDEFE7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C3C3A"/>
                          </a:solidFill>
                          <a:latin typeface="Montserrat"/>
                        </a:rPr>
                        <a:t>Telegram / Line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C3C3A"/>
                          </a:solidFill>
                          <a:latin typeface="Montserrat"/>
                        </a:rPr>
                        <a:t>Native connectors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C3C3A"/>
                          </a:solidFill>
                          <a:latin typeface="Montserrat"/>
                        </a:rPr>
                        <a:t>○ Available on request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02920" y="4608576"/>
            <a:ext cx="81381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1">
                <a:solidFill>
                  <a:srgbClr val="8A8A88"/>
                </a:solidFill>
                <a:latin typeface="Montserrat"/>
              </a:rPr>
              <a:t>Multimodal on WhatsApp (voice note / image / video) unlocks once Meta business verification is complete.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828032"/>
            <a:ext cx="6126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8A8A88"/>
                </a:solidFill>
                <a:latin typeface="Montserrat"/>
              </a:rPr>
              <a:t>Devoteam  ·  Technical Proposal  ·  PROTON — e.MAS Customer Operations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482803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8A8A88"/>
                </a:solidFill>
                <a:latin typeface="Montserrat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256032" cy="128016"/>
          </a:xfrm>
          <a:prstGeom prst="rect">
            <a:avLst/>
          </a:prstGeom>
          <a:solidFill>
            <a:srgbClr val="F84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6576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8485E"/>
                </a:solidFill>
                <a:latin typeface="Montserrat"/>
              </a:rPr>
              <a:t>SECTION 2 · CORE CAPABILITIES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7223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3C3C3A"/>
                </a:solidFill>
                <a:latin typeface="Montserrat"/>
              </a:rPr>
              <a:t>Conversational Voice AI (Twilio)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25296"/>
            <a:ext cx="2194560" cy="38100"/>
          </a:xfrm>
          <a:prstGeom prst="rect">
            <a:avLst/>
          </a:prstGeom>
          <a:solidFill>
            <a:srgbClr val="FCC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310896"/>
            <a:ext cx="1051560" cy="314873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02920" y="1627632"/>
            <a:ext cx="1828800" cy="749808"/>
          </a:xfrm>
          <a:prstGeom prst="roundRect">
            <a:avLst/>
          </a:prstGeom>
          <a:solidFill>
            <a:srgbClr val="8A8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7784" y="1682496"/>
            <a:ext cx="1719072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FFFFFF"/>
                </a:solidFill>
                <a:latin typeface="Montserrat"/>
              </a:rPr>
              <a:t>Call 1300-888-877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FFFFFF"/>
                </a:solidFill>
                <a:latin typeface="Montserrat"/>
              </a:rPr>
              <a:t>female AI voice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31720" y="1989836"/>
            <a:ext cx="109728" cy="25400"/>
          </a:xfrm>
          <a:prstGeom prst="rect">
            <a:avLst/>
          </a:prstGeom>
          <a:solidFill>
            <a:srgbClr val="F84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Isosceles Triangle 10"/>
          <p:cNvSpPr/>
          <p:nvPr/>
        </p:nvSpPr>
        <p:spPr>
          <a:xfrm rot="5400000">
            <a:off x="2441448" y="1947672"/>
            <a:ext cx="109728" cy="109728"/>
          </a:xfrm>
          <a:prstGeom prst="triangle">
            <a:avLst/>
          </a:prstGeom>
          <a:solidFill>
            <a:srgbClr val="F84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551176" y="1627632"/>
            <a:ext cx="1828800" cy="749808"/>
          </a:xfrm>
          <a:prstGeom prst="roundRect">
            <a:avLst/>
          </a:prstGeom>
          <a:solidFill>
            <a:srgbClr val="FCC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06040" y="1682496"/>
            <a:ext cx="1719072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3C3C3A"/>
                </a:solidFill>
                <a:latin typeface="Montserrat"/>
              </a:rPr>
              <a:t>LLM understands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3C3C3A"/>
                </a:solidFill>
                <a:latin typeface="Montserrat"/>
              </a:rPr>
              <a:t>no press-1 / press-2 menu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79976" y="1989836"/>
            <a:ext cx="109728" cy="25400"/>
          </a:xfrm>
          <a:prstGeom prst="rect">
            <a:avLst/>
          </a:prstGeom>
          <a:solidFill>
            <a:srgbClr val="F84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Isosceles Triangle 14"/>
          <p:cNvSpPr/>
          <p:nvPr/>
        </p:nvSpPr>
        <p:spPr>
          <a:xfrm rot="5400000">
            <a:off x="4489704" y="1947672"/>
            <a:ext cx="109728" cy="109728"/>
          </a:xfrm>
          <a:prstGeom prst="triangle">
            <a:avLst/>
          </a:prstGeom>
          <a:solidFill>
            <a:srgbClr val="F84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599432" y="1627632"/>
            <a:ext cx="1828800" cy="749808"/>
          </a:xfrm>
          <a:prstGeom prst="roundRect">
            <a:avLst/>
          </a:prstGeom>
          <a:solidFill>
            <a:srgbClr val="4A8C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54296" y="1682496"/>
            <a:ext cx="1719072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FFFFFF"/>
                </a:solidFill>
                <a:latin typeface="Montserrat"/>
              </a:rPr>
              <a:t>KB-grounded answer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FFFFFF"/>
                </a:solidFill>
                <a:latin typeface="Montserrat"/>
              </a:rPr>
              <a:t>X70 specs · AEB/FCW/ACC/LKA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28232" y="1989836"/>
            <a:ext cx="109728" cy="25400"/>
          </a:xfrm>
          <a:prstGeom prst="rect">
            <a:avLst/>
          </a:prstGeom>
          <a:solidFill>
            <a:srgbClr val="F84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Isosceles Triangle 18"/>
          <p:cNvSpPr/>
          <p:nvPr/>
        </p:nvSpPr>
        <p:spPr>
          <a:xfrm rot="5400000">
            <a:off x="6537960" y="1947672"/>
            <a:ext cx="109728" cy="109728"/>
          </a:xfrm>
          <a:prstGeom prst="triangle">
            <a:avLst/>
          </a:prstGeom>
          <a:solidFill>
            <a:srgbClr val="F84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647688" y="1627632"/>
            <a:ext cx="1828800" cy="749808"/>
          </a:xfrm>
          <a:prstGeom prst="roundRect">
            <a:avLst/>
          </a:prstGeom>
          <a:solidFill>
            <a:srgbClr val="5AB8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02552" y="1682496"/>
            <a:ext cx="1719072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FFFFFF"/>
                </a:solidFill>
                <a:latin typeface="Montserrat"/>
              </a:rPr>
              <a:t>CSAT rating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FFFFFF"/>
                </a:solidFill>
                <a:latin typeface="Montserrat"/>
              </a:rPr>
              <a:t>rate 1–5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2834640"/>
            <a:ext cx="2743200" cy="640080"/>
          </a:xfrm>
          <a:prstGeom prst="roundRect">
            <a:avLst/>
          </a:prstGeom>
          <a:solidFill>
            <a:srgbClr val="3C3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7784" y="2889504"/>
            <a:ext cx="263347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FFFFFF"/>
                </a:solidFill>
                <a:latin typeface="Montserrat"/>
              </a:rPr>
              <a:t>Escalate to human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FFFFFF"/>
                </a:solidFill>
                <a:latin typeface="Montserrat"/>
              </a:rPr>
              <a:t>orchestrator — agent-B layer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46120" y="3141980"/>
            <a:ext cx="438912" cy="25400"/>
          </a:xfrm>
          <a:prstGeom prst="rect">
            <a:avLst/>
          </a:prstGeom>
          <a:solidFill>
            <a:srgbClr val="F84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Isosceles Triangle 24"/>
          <p:cNvSpPr/>
          <p:nvPr/>
        </p:nvSpPr>
        <p:spPr>
          <a:xfrm rot="5400000">
            <a:off x="3685032" y="3099816"/>
            <a:ext cx="109728" cy="109728"/>
          </a:xfrm>
          <a:prstGeom prst="triangle">
            <a:avLst/>
          </a:prstGeom>
          <a:solidFill>
            <a:srgbClr val="F84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886200" y="2834640"/>
            <a:ext cx="1417320" cy="640080"/>
          </a:xfrm>
          <a:prstGeom prst="roundRect">
            <a:avLst/>
          </a:prstGeom>
          <a:solidFill>
            <a:srgbClr val="4A8C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941064" y="2871216"/>
            <a:ext cx="1307592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Montserrat"/>
              </a:rPr>
              <a:t>Sales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532120" y="2834640"/>
            <a:ext cx="1417320" cy="640080"/>
          </a:xfrm>
          <a:prstGeom prst="roundRect">
            <a:avLst/>
          </a:prstGeom>
          <a:solidFill>
            <a:srgbClr val="4A8C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586984" y="2871216"/>
            <a:ext cx="1307592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Montserrat"/>
              </a:rPr>
              <a:t>Repair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178040" y="2834640"/>
            <a:ext cx="1417320" cy="640080"/>
          </a:xfrm>
          <a:prstGeom prst="roundRect">
            <a:avLst/>
          </a:prstGeom>
          <a:solidFill>
            <a:srgbClr val="4A8C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232904" y="2871216"/>
            <a:ext cx="1307592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Montserrat"/>
              </a:rPr>
              <a:t>RSA — 24h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3767328"/>
            <a:ext cx="8138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8485E"/>
                </a:solidFill>
                <a:latin typeface="Montserrat"/>
              </a:rPr>
              <a:t>How it works.  </a:t>
            </a:r>
            <a:r>
              <a:rPr sz="1100" b="0" i="0">
                <a:solidFill>
                  <a:srgbClr val="3C3C3A"/>
                </a:solidFill>
                <a:latin typeface="Montserrat"/>
              </a:rPr>
              <a:t>The LLM understands intent directly, so callers skip the IVR menu. AI answers vehicle questions 24/7; live-agent handoff routes by context to Sales, Repair or 24h Roadside Assistance, with business-hour rules.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4590288"/>
            <a:ext cx="8138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8485E"/>
                </a:solidFill>
                <a:latin typeface="Montserrat"/>
              </a:rPr>
              <a:t>Decision to confirm:  </a:t>
            </a:r>
            <a:r>
              <a:rPr sz="900" b="0" i="1">
                <a:solidFill>
                  <a:srgbClr val="8A8A88"/>
                </a:solidFill>
                <a:latin typeface="Montserrat"/>
              </a:rPr>
              <a:t>conversational LLM-native voice vs. Twilio IVR (press-1 / press-2) for production.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4828032"/>
            <a:ext cx="6126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8A8A88"/>
                </a:solidFill>
                <a:latin typeface="Montserrat"/>
              </a:rPr>
              <a:t>Devoteam  ·  Technical Proposal  ·  PROTON — e.MAS Customer Operations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38160" y="482803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8A8A88"/>
                </a:solidFill>
                <a:latin typeface="Montserrat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256032" cy="128016"/>
          </a:xfrm>
          <a:prstGeom prst="rect">
            <a:avLst/>
          </a:prstGeom>
          <a:solidFill>
            <a:srgbClr val="F84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6576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8485E"/>
                </a:solidFill>
                <a:latin typeface="Montserrat"/>
              </a:rPr>
              <a:t>SECTION 2 · CORE CAPABILITIES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7223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3C3C3A"/>
                </a:solidFill>
                <a:latin typeface="Montserrat"/>
              </a:rPr>
              <a:t>AI &amp; Knowledge — Under Your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25296"/>
            <a:ext cx="2194560" cy="38100"/>
          </a:xfrm>
          <a:prstGeom prst="rect">
            <a:avLst/>
          </a:prstGeom>
          <a:solidFill>
            <a:srgbClr val="FCC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310896"/>
            <a:ext cx="1051560" cy="31487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1481328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8485E"/>
                </a:solidFill>
                <a:latin typeface="Montserrat"/>
              </a:rPr>
              <a:t>AI IN THE CONVERSATION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828800"/>
            <a:ext cx="4023360" cy="2651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1150" b="1">
                <a:solidFill>
                  <a:srgbClr val="F8485E"/>
                </a:solidFill>
                <a:latin typeface="Montserrat"/>
              </a:rPr>
              <a:t>—  </a:t>
            </a:r>
            <a:r>
              <a:rPr sz="1150" b="1">
                <a:solidFill>
                  <a:srgbClr val="3C3C3A"/>
                </a:solidFill>
                <a:latin typeface="Montserrat"/>
              </a:rPr>
              <a:t>Suggest reply &amp; FAQ assist </a:t>
            </a:r>
            <a:r>
              <a:rPr sz="1150" b="0">
                <a:solidFill>
                  <a:srgbClr val="3C3C3A"/>
                </a:solidFill>
                <a:latin typeface="Montserrat"/>
              </a:rPr>
              <a:t>— KB-grounded, same knowledge base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1150" b="1">
                <a:solidFill>
                  <a:srgbClr val="F8485E"/>
                </a:solidFill>
                <a:latin typeface="Montserrat"/>
              </a:rPr>
              <a:t>—  </a:t>
            </a:r>
            <a:r>
              <a:rPr sz="1150" b="1">
                <a:solidFill>
                  <a:srgbClr val="3C3C3A"/>
                </a:solidFill>
                <a:latin typeface="Montserrat"/>
              </a:rPr>
              <a:t>Summarize </a:t>
            </a:r>
            <a:r>
              <a:rPr sz="1150" b="0">
                <a:solidFill>
                  <a:srgbClr val="3C3C3A"/>
                </a:solidFill>
                <a:latin typeface="Montserrat"/>
              </a:rPr>
              <a:t>— long threads into an agent private note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1150" b="1">
                <a:solidFill>
                  <a:srgbClr val="F8485E"/>
                </a:solidFill>
                <a:latin typeface="Montserrat"/>
              </a:rPr>
              <a:t>—  </a:t>
            </a:r>
            <a:r>
              <a:rPr sz="1150" b="1">
                <a:solidFill>
                  <a:srgbClr val="3C3C3A"/>
                </a:solidFill>
                <a:latin typeface="Montserrat"/>
              </a:rPr>
              <a:t>Ask Copilot </a:t>
            </a:r>
            <a:r>
              <a:rPr sz="1150" b="0">
                <a:solidFill>
                  <a:srgbClr val="3C3C3A"/>
                </a:solidFill>
                <a:latin typeface="Montserrat"/>
              </a:rPr>
              <a:t>— grounded on your internal data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1150" b="1">
                <a:solidFill>
                  <a:srgbClr val="F8485E"/>
                </a:solidFill>
                <a:latin typeface="Montserrat"/>
              </a:rPr>
              <a:t>—  </a:t>
            </a:r>
            <a:r>
              <a:rPr sz="1150" b="1">
                <a:solidFill>
                  <a:srgbClr val="3C3C3A"/>
                </a:solidFill>
                <a:latin typeface="Montserrat"/>
              </a:rPr>
              <a:t>Auto-classify </a:t>
            </a:r>
            <a:r>
              <a:rPr sz="1150" b="0">
                <a:solidFill>
                  <a:srgbClr val="3C3C3A"/>
                </a:solidFill>
                <a:latin typeface="Montserrat"/>
              </a:rPr>
              <a:t>— inquiry / complaint / feedback labels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1150" b="1">
                <a:solidFill>
                  <a:srgbClr val="F8485E"/>
                </a:solidFill>
                <a:latin typeface="Montserrat"/>
              </a:rPr>
              <a:t>—  </a:t>
            </a:r>
            <a:r>
              <a:rPr sz="1150" b="1">
                <a:solidFill>
                  <a:srgbClr val="3C3C3A"/>
                </a:solidFill>
                <a:latin typeface="Montserrat"/>
              </a:rPr>
              <a:t>Same-language </a:t>
            </a:r>
            <a:r>
              <a:rPr sz="1150" b="0">
                <a:solidFill>
                  <a:srgbClr val="3C3C3A"/>
                </a:solidFill>
                <a:latin typeface="Montserrat"/>
              </a:rPr>
              <a:t>— answers in the customer's language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9160" y="1481328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8485E"/>
                </a:solidFill>
                <a:latin typeface="Montserrat"/>
              </a:rPr>
              <a:t>KNOWLEDGE &amp; GUARDRAILS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1828800"/>
            <a:ext cx="3931920" cy="2651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1150" b="1">
                <a:solidFill>
                  <a:srgbClr val="5AB891"/>
                </a:solidFill>
                <a:latin typeface="Montserrat"/>
              </a:rPr>
              <a:t>—  </a:t>
            </a:r>
            <a:r>
              <a:rPr sz="1150" b="1">
                <a:solidFill>
                  <a:srgbClr val="3C3C3A"/>
                </a:solidFill>
                <a:latin typeface="Montserrat"/>
              </a:rPr>
              <a:t>Knowledge base </a:t>
            </a:r>
            <a:r>
              <a:rPr sz="1150" b="0">
                <a:solidFill>
                  <a:srgbClr val="3C3C3A"/>
                </a:solidFill>
                <a:latin typeface="Montserrat"/>
              </a:rPr>
              <a:t>— manual FAQ + website ingest → Vertex AI Search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1150" b="1">
                <a:solidFill>
                  <a:srgbClr val="5AB891"/>
                </a:solidFill>
                <a:latin typeface="Montserrat"/>
              </a:rPr>
              <a:t>—  </a:t>
            </a:r>
            <a:r>
              <a:rPr sz="1150" b="1">
                <a:solidFill>
                  <a:srgbClr val="3C3C3A"/>
                </a:solidFill>
                <a:latin typeface="Montserrat"/>
              </a:rPr>
              <a:t>Playground </a:t>
            </a:r>
            <a:r>
              <a:rPr sz="1150" b="0">
                <a:solidFill>
                  <a:srgbClr val="3C3C3A"/>
                </a:solidFill>
                <a:latin typeface="Montserrat"/>
              </a:rPr>
              <a:t>— test answers before they go live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1150" b="1">
                <a:solidFill>
                  <a:srgbClr val="5AB891"/>
                </a:solidFill>
                <a:latin typeface="Montserrat"/>
              </a:rPr>
              <a:t>—  </a:t>
            </a:r>
            <a:r>
              <a:rPr sz="1150" b="1">
                <a:solidFill>
                  <a:srgbClr val="3C3C3A"/>
                </a:solidFill>
                <a:latin typeface="Montserrat"/>
              </a:rPr>
              <a:t>Custom tools </a:t>
            </a:r>
            <a:r>
              <a:rPr sz="1150" b="0">
                <a:solidFill>
                  <a:srgbClr val="3C3C3A"/>
                </a:solidFill>
                <a:latin typeface="Montserrat"/>
              </a:rPr>
              <a:t>— call your DMS / internal APIs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1150" b="1">
                <a:solidFill>
                  <a:srgbClr val="5AB891"/>
                </a:solidFill>
                <a:latin typeface="Montserrat"/>
              </a:rPr>
              <a:t>—  </a:t>
            </a:r>
            <a:r>
              <a:rPr sz="1150" b="1">
                <a:solidFill>
                  <a:srgbClr val="3C3C3A"/>
                </a:solidFill>
                <a:latin typeface="Montserrat"/>
              </a:rPr>
              <a:t>Persona </a:t>
            </a:r>
            <a:r>
              <a:rPr sz="1150" b="0">
                <a:solidFill>
                  <a:srgbClr val="3C3C3A"/>
                </a:solidFill>
                <a:latin typeface="Montserrat"/>
              </a:rPr>
              <a:t>— per-assistant instruction, temperature, guardrails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1150" b="1">
                <a:solidFill>
                  <a:srgbClr val="5AB891"/>
                </a:solidFill>
                <a:latin typeface="Montserrat"/>
              </a:rPr>
              <a:t>—  </a:t>
            </a:r>
            <a:r>
              <a:rPr sz="1150" b="1">
                <a:solidFill>
                  <a:srgbClr val="3C3C3A"/>
                </a:solidFill>
                <a:latin typeface="Montserrat"/>
              </a:rPr>
              <a:t>Model </a:t>
            </a:r>
            <a:r>
              <a:rPr sz="1150" b="0">
                <a:solidFill>
                  <a:srgbClr val="3C3C3A"/>
                </a:solidFill>
                <a:latin typeface="Montserrat"/>
              </a:rPr>
              <a:t>— Gemini 2.5 Flash, configurable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4315968"/>
            <a:ext cx="8138160" cy="457200"/>
          </a:xfrm>
          <a:prstGeom prst="rect">
            <a:avLst/>
          </a:prstGeom>
          <a:solidFill>
            <a:srgbClr val="EFEA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4315968"/>
            <a:ext cx="78638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3C3C3A"/>
                </a:solidFill>
                <a:latin typeface="Montserrat"/>
              </a:rPr>
              <a:t>Operators own the FAQ, the AI prompts and the guardrails — no black box, no vendor lock-in.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828032"/>
            <a:ext cx="6126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8A8A88"/>
                </a:solidFill>
                <a:latin typeface="Montserrat"/>
              </a:rPr>
              <a:t>Devoteam  ·  Technical Proposal  ·  PROTON — e.MAS Customer Operations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482803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8A8A88"/>
                </a:solidFill>
                <a:latin typeface="Montserrat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256032" cy="128016"/>
          </a:xfrm>
          <a:prstGeom prst="rect">
            <a:avLst/>
          </a:prstGeom>
          <a:solidFill>
            <a:srgbClr val="F84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6576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8485E"/>
                </a:solidFill>
                <a:latin typeface="Montserrat"/>
              </a:rPr>
              <a:t>SECTION 2 · CORE CAPABILITIES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7223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3C3C3A"/>
                </a:solidFill>
                <a:latin typeface="Montserrat"/>
              </a:rPr>
              <a:t>Lifecycle &amp; SLA — Built to Your SOP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25296"/>
            <a:ext cx="2194560" cy="38100"/>
          </a:xfrm>
          <a:prstGeom prst="rect">
            <a:avLst/>
          </a:prstGeom>
          <a:solidFill>
            <a:srgbClr val="FCC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310896"/>
            <a:ext cx="1051560" cy="314873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02920" y="1481328"/>
            <a:ext cx="128016" cy="384048"/>
          </a:xfrm>
          <a:prstGeom prst="rect">
            <a:avLst/>
          </a:prstGeom>
          <a:solidFill>
            <a:srgbClr val="FCC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463040"/>
            <a:ext cx="7863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8485E"/>
                </a:solidFill>
                <a:latin typeface="Montserrat"/>
              </a:rPr>
              <a:t>1. Disclaimer &amp; same-language  —  </a:t>
            </a:r>
            <a:r>
              <a:rPr sz="1150" b="0" i="0">
                <a:solidFill>
                  <a:srgbClr val="3C3C3A"/>
                </a:solidFill>
                <a:latin typeface="Montserrat"/>
              </a:rPr>
              <a:t>AI greets, answers in the customer's language, grounded on your FAQ.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938528"/>
            <a:ext cx="128016" cy="384048"/>
          </a:xfrm>
          <a:prstGeom prst="rect">
            <a:avLst/>
          </a:prstGeom>
          <a:solidFill>
            <a:srgbClr val="FCC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1920240"/>
            <a:ext cx="7863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8485E"/>
                </a:solidFill>
                <a:latin typeface="Montserrat"/>
              </a:rPr>
              <a:t>2. Idle handling  —  </a:t>
            </a:r>
            <a:r>
              <a:rPr sz="1150" b="0" i="0">
                <a:solidFill>
                  <a:srgbClr val="3C3C3A"/>
                </a:solidFill>
                <a:latin typeface="Montserrat"/>
              </a:rPr>
              <a:t>10-min inactivity warning ("chat closes in 5 min"); auto-close after 10 / 15 min.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395728"/>
            <a:ext cx="128016" cy="384048"/>
          </a:xfrm>
          <a:prstGeom prst="rect">
            <a:avLst/>
          </a:prstGeom>
          <a:solidFill>
            <a:srgbClr val="FCC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2377440"/>
            <a:ext cx="7863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8485E"/>
                </a:solidFill>
                <a:latin typeface="Montserrat"/>
              </a:rPr>
              <a:t>3. Resolution gate  —  </a:t>
            </a:r>
            <a:r>
              <a:rPr sz="1150" b="0" i="0">
                <a:solidFill>
                  <a:srgbClr val="3C3C3A"/>
                </a:solidFill>
                <a:latin typeface="Montserrat"/>
              </a:rPr>
              <a:t>"Is your case resolved? YES / NO" + AI-performance rating survey.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2852928"/>
            <a:ext cx="128016" cy="384048"/>
          </a:xfrm>
          <a:prstGeom prst="rect">
            <a:avLst/>
          </a:prstGeom>
          <a:solidFill>
            <a:srgbClr val="FCC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2834640"/>
            <a:ext cx="7863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8485E"/>
                </a:solidFill>
                <a:latin typeface="Montserrat"/>
              </a:rPr>
              <a:t>4. Escalate to agent  —  </a:t>
            </a:r>
            <a:r>
              <a:rPr sz="1150" b="0" i="0">
                <a:solidFill>
                  <a:srgbClr val="3C3C3A"/>
                </a:solidFill>
                <a:latin typeface="Montserrat"/>
              </a:rPr>
              <a:t>Unresolved → active agent by priority (WA → Call → Email → Social); ack ≤ 2 min.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310128"/>
            <a:ext cx="128016" cy="384048"/>
          </a:xfrm>
          <a:prstGeom prst="rect">
            <a:avLst/>
          </a:prstGeom>
          <a:solidFill>
            <a:srgbClr val="FCC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3291840"/>
            <a:ext cx="7863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8485E"/>
                </a:solidFill>
                <a:latin typeface="Montserrat"/>
              </a:rPr>
              <a:t>5. Categorize  —  </a:t>
            </a:r>
            <a:r>
              <a:rPr sz="1150" b="0" i="0">
                <a:solidFill>
                  <a:srgbClr val="3C3C3A"/>
                </a:solidFill>
                <a:latin typeface="Montserrat"/>
              </a:rPr>
              <a:t>AI assigns case category / division from your predefined list on close.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3767328"/>
            <a:ext cx="128016" cy="384048"/>
          </a:xfrm>
          <a:prstGeom prst="rect">
            <a:avLst/>
          </a:prstGeom>
          <a:solidFill>
            <a:srgbClr val="FCC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" y="3749040"/>
            <a:ext cx="7863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8485E"/>
                </a:solidFill>
                <a:latin typeface="Montserrat"/>
              </a:rPr>
              <a:t>6. PIC escalation  —  </a:t>
            </a:r>
            <a:r>
              <a:rPr sz="1150" b="0" i="0">
                <a:solidFill>
                  <a:srgbClr val="3C3C3A"/>
                </a:solidFill>
                <a:latin typeface="Montserrat"/>
              </a:rPr>
              <a:t>Rule-engine → PIC by category + SOP; CC email (+ optional WhatsApp alert).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4224528"/>
            <a:ext cx="128016" cy="384048"/>
          </a:xfrm>
          <a:prstGeom prst="rect">
            <a:avLst/>
          </a:prstGeom>
          <a:solidFill>
            <a:srgbClr val="FCC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4206240"/>
            <a:ext cx="7863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8485E"/>
                </a:solidFill>
                <a:latin typeface="Montserrat"/>
              </a:rPr>
              <a:t>7. Time-based alarms  —  </a:t>
            </a:r>
            <a:r>
              <a:rPr sz="1150" b="0" i="0">
                <a:solidFill>
                  <a:srgbClr val="3C3C3A"/>
                </a:solidFill>
                <a:latin typeface="Montserrat"/>
              </a:rPr>
              <a:t>8h auto-escalate to higher level; 48h unresolved alarm; WIP/Resolved recorded (agent · time · remarks).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4828032"/>
            <a:ext cx="6126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8A8A88"/>
                </a:solidFill>
                <a:latin typeface="Montserrat"/>
              </a:rPr>
              <a:t>Devoteam  ·  Technical Proposal  ·  PROTON — e.MAS Customer Operations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38160" y="482803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8A8A88"/>
                </a:solidFill>
                <a:latin typeface="Montserrat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256032" cy="128016"/>
          </a:xfrm>
          <a:prstGeom prst="rect">
            <a:avLst/>
          </a:prstGeom>
          <a:solidFill>
            <a:srgbClr val="F84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6576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8485E"/>
                </a:solidFill>
                <a:latin typeface="Montserrat"/>
              </a:rPr>
              <a:t>SECTION 2 · BUILT WITH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7223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3C3C3A"/>
                </a:solidFill>
                <a:latin typeface="Montserrat"/>
              </a:rPr>
              <a:t>Customer 360 &amp; Case Management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25296"/>
            <a:ext cx="2194560" cy="38100"/>
          </a:xfrm>
          <a:prstGeom prst="rect">
            <a:avLst/>
          </a:prstGeom>
          <a:solidFill>
            <a:srgbClr val="FCC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310896"/>
            <a:ext cx="1051560" cy="314873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02920" y="1481328"/>
            <a:ext cx="3977639" cy="3200400"/>
          </a:xfrm>
          <a:prstGeom prst="rect">
            <a:avLst/>
          </a:prstGeom>
          <a:solidFill>
            <a:srgbClr val="DAE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57276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4A8CCA"/>
                </a:solidFill>
                <a:latin typeface="Montserrat"/>
              </a:rPr>
              <a:t>CUSTOMER 360 VIEW CARD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938528"/>
            <a:ext cx="3611880" cy="2651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1">
                <a:solidFill>
                  <a:srgbClr val="4A8CCA"/>
                </a:solidFill>
                <a:latin typeface="Montserrat"/>
              </a:rPr>
              <a:t>—  </a:t>
            </a:r>
            <a:r>
              <a:rPr sz="1050" b="1">
                <a:solidFill>
                  <a:srgbClr val="3C3C3A"/>
                </a:solidFill>
                <a:latin typeface="Montserrat"/>
              </a:rPr>
              <a:t>Auto-pop </a:t>
            </a:r>
            <a:r>
              <a:rPr sz="1050" b="0">
                <a:solidFill>
                  <a:srgbClr val="3C3C3A"/>
                </a:solidFill>
                <a:latin typeface="Montserrat"/>
              </a:rPr>
              <a:t>on call / WA by caller or WA number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1">
                <a:solidFill>
                  <a:srgbClr val="4A8CCA"/>
                </a:solidFill>
                <a:latin typeface="Montserrat"/>
              </a:rPr>
              <a:t>—  </a:t>
            </a:r>
            <a:r>
              <a:rPr sz="1050" b="1">
                <a:solidFill>
                  <a:srgbClr val="3C3C3A"/>
                </a:solidFill>
                <a:latin typeface="Montserrat"/>
              </a:rPr>
              <a:t>Personal </a:t>
            </a:r>
            <a:r>
              <a:rPr sz="1050" b="0">
                <a:solidFill>
                  <a:srgbClr val="3C3C3A"/>
                </a:solidFill>
                <a:latin typeface="Montserrat"/>
              </a:rPr>
              <a:t>— name, gender, contact, address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1">
                <a:solidFill>
                  <a:srgbClr val="4A8CCA"/>
                </a:solidFill>
                <a:latin typeface="Montserrat"/>
              </a:rPr>
              <a:t>—  </a:t>
            </a:r>
            <a:r>
              <a:rPr sz="1050" b="1">
                <a:solidFill>
                  <a:srgbClr val="3C3C3A"/>
                </a:solidFill>
                <a:latin typeface="Montserrat"/>
              </a:rPr>
              <a:t>Vehicle </a:t>
            </a:r>
            <a:r>
              <a:rPr sz="1050" b="0">
                <a:solidFill>
                  <a:srgbClr val="3C3C3A"/>
                </a:solidFill>
                <a:latin typeface="Montserrat"/>
              </a:rPr>
              <a:t>— VRN, VIN, model, dealer, purchase date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1">
                <a:solidFill>
                  <a:srgbClr val="4A8CCA"/>
                </a:solidFill>
                <a:latin typeface="Montserrat"/>
              </a:rPr>
              <a:t>—  </a:t>
            </a:r>
            <a:r>
              <a:rPr sz="1050" b="1">
                <a:solidFill>
                  <a:srgbClr val="3C3C3A"/>
                </a:solidFill>
                <a:latin typeface="Montserrat"/>
              </a:rPr>
              <a:t>Service history </a:t>
            </a:r>
            <a:r>
              <a:rPr sz="1050" b="0">
                <a:solidFill>
                  <a:srgbClr val="3C3C3A"/>
                </a:solidFill>
                <a:latin typeface="Montserrat"/>
              </a:rPr>
              <a:t>— recent service, dealer, open RO status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1">
                <a:solidFill>
                  <a:srgbClr val="4A8CCA"/>
                </a:solidFill>
                <a:latin typeface="Montserrat"/>
              </a:rPr>
              <a:t>—  </a:t>
            </a:r>
            <a:r>
              <a:rPr sz="1050" b="1">
                <a:solidFill>
                  <a:srgbClr val="3C3C3A"/>
                </a:solidFill>
                <a:latin typeface="Montserrat"/>
              </a:rPr>
              <a:t>Call-centre history </a:t>
            </a:r>
            <a:r>
              <a:rPr sz="1050" b="0">
                <a:solidFill>
                  <a:srgbClr val="3C3C3A"/>
                </a:solidFill>
                <a:latin typeface="Montserrat"/>
              </a:rPr>
              <a:t>— Call / WA / email / social / RSA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1">
                <a:solidFill>
                  <a:srgbClr val="4A8CCA"/>
                </a:solidFill>
                <a:latin typeface="Montserrat"/>
              </a:rPr>
              <a:t>—  </a:t>
            </a:r>
            <a:r>
              <a:rPr sz="1050" b="1">
                <a:solidFill>
                  <a:srgbClr val="3C3C3A"/>
                </a:solidFill>
                <a:latin typeface="Montserrat"/>
              </a:rPr>
              <a:t>DMS + TSP </a:t>
            </a:r>
            <a:r>
              <a:rPr sz="1050" b="0">
                <a:solidFill>
                  <a:srgbClr val="3C3C3A"/>
                </a:solidFill>
                <a:latin typeface="Montserrat"/>
              </a:rPr>
              <a:t>two-way · sync &lt; 3s, async loading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63440" y="1481328"/>
            <a:ext cx="3977639" cy="3200400"/>
          </a:xfrm>
          <a:prstGeom prst="rect">
            <a:avLst/>
          </a:prstGeom>
          <a:solidFill>
            <a:srgbClr val="FD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20" y="157276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8485E"/>
                </a:solidFill>
                <a:latin typeface="Montserrat"/>
              </a:rPr>
              <a:t>CASE MANAGEMENT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1938528"/>
            <a:ext cx="3611880" cy="2651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1">
                <a:solidFill>
                  <a:srgbClr val="F8485E"/>
                </a:solidFill>
                <a:latin typeface="Montserrat"/>
              </a:rPr>
              <a:t>—  </a:t>
            </a:r>
            <a:r>
              <a:rPr sz="1050" b="1">
                <a:solidFill>
                  <a:srgbClr val="3C3C3A"/>
                </a:solidFill>
                <a:latin typeface="Montserrat"/>
              </a:rPr>
              <a:t>Single customer ID </a:t>
            </a:r>
            <a:r>
              <a:rPr sz="1050" b="0">
                <a:solidFill>
                  <a:srgbClr val="3C3C3A"/>
                </a:solidFill>
                <a:latin typeface="Montserrat"/>
              </a:rPr>
              <a:t>(CIF-style) groups all conversations by name / vehicle / phone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1">
                <a:solidFill>
                  <a:srgbClr val="F8485E"/>
                </a:solidFill>
                <a:latin typeface="Montserrat"/>
              </a:rPr>
              <a:t>—  </a:t>
            </a:r>
            <a:r>
              <a:rPr sz="1050" b="1">
                <a:solidFill>
                  <a:srgbClr val="3C3C3A"/>
                </a:solidFill>
                <a:latin typeface="Montserrat"/>
              </a:rPr>
              <a:t>Hierarchical categories </a:t>
            </a:r>
            <a:r>
              <a:rPr sz="1050" b="0">
                <a:solidFill>
                  <a:srgbClr val="3C3C3A"/>
                </a:solidFill>
                <a:latin typeface="Montserrat"/>
              </a:rPr>
              <a:t>— main + dependent subcategory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1">
                <a:solidFill>
                  <a:srgbClr val="F8485E"/>
                </a:solidFill>
                <a:latin typeface="Montserrat"/>
              </a:rPr>
              <a:t>—  </a:t>
            </a:r>
            <a:r>
              <a:rPr sz="1050" b="1">
                <a:solidFill>
                  <a:srgbClr val="3C3C3A"/>
                </a:solidFill>
                <a:latin typeface="Montserrat"/>
              </a:rPr>
              <a:t>Priority </a:t>
            </a:r>
            <a:r>
              <a:rPr sz="1050" b="0">
                <a:solidFill>
                  <a:srgbClr val="3C3C3A"/>
                </a:solidFill>
                <a:latin typeface="Montserrat"/>
              </a:rPr>
              <a:t>— high / medium / low, assign agent or team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1">
                <a:solidFill>
                  <a:srgbClr val="F8485E"/>
                </a:solidFill>
                <a:latin typeface="Montserrat"/>
              </a:rPr>
              <a:t>—  </a:t>
            </a:r>
            <a:r>
              <a:rPr sz="1050" b="1">
                <a:solidFill>
                  <a:srgbClr val="3C3C3A"/>
                </a:solidFill>
                <a:latin typeface="Montserrat"/>
              </a:rPr>
              <a:t>Per-ticket dashboard </a:t>
            </a:r>
            <a:r>
              <a:rPr sz="1050" b="0">
                <a:solidFill>
                  <a:srgbClr val="3C3C3A"/>
                </a:solidFill>
                <a:latin typeface="Montserrat"/>
              </a:rPr>
              <a:t>— caller, number, status at a glance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1">
                <a:solidFill>
                  <a:srgbClr val="F8485E"/>
                </a:solidFill>
                <a:latin typeface="Montserrat"/>
              </a:rPr>
              <a:t>—  </a:t>
            </a:r>
            <a:r>
              <a:rPr sz="1050" b="1">
                <a:solidFill>
                  <a:srgbClr val="3C3C3A"/>
                </a:solidFill>
                <a:latin typeface="Montserrat"/>
              </a:rPr>
              <a:t>My cases </a:t>
            </a:r>
            <a:r>
              <a:rPr sz="1050" b="0">
                <a:solidFill>
                  <a:srgbClr val="3C3C3A"/>
                </a:solidFill>
                <a:latin typeface="Montserrat"/>
              </a:rPr>
              <a:t>— agent follow-up view of open tickets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1">
                <a:solidFill>
                  <a:srgbClr val="F8485E"/>
                </a:solidFill>
                <a:latin typeface="Montserrat"/>
              </a:rPr>
              <a:t>—  </a:t>
            </a:r>
            <a:r>
              <a:rPr sz="1050" b="1">
                <a:solidFill>
                  <a:srgbClr val="3C3C3A"/>
                </a:solidFill>
                <a:latin typeface="Montserrat"/>
              </a:rPr>
              <a:t>States </a:t>
            </a:r>
            <a:r>
              <a:rPr sz="1050" b="0">
                <a:solidFill>
                  <a:srgbClr val="3C3C3A"/>
                </a:solidFill>
                <a:latin typeface="Montserrat"/>
              </a:rPr>
              <a:t>— WIP / Resolved / Temporary-Closed / Closed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828032"/>
            <a:ext cx="6126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8A8A88"/>
                </a:solidFill>
                <a:latin typeface="Montserrat"/>
              </a:rPr>
              <a:t>Devoteam  ·  Technical Proposal  ·  PROTON — e.MAS Customer Operations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482803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8A8A88"/>
                </a:solidFill>
                <a:latin typeface="Montserrat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256032" cy="128016"/>
          </a:xfrm>
          <a:prstGeom prst="rect">
            <a:avLst/>
          </a:prstGeom>
          <a:solidFill>
            <a:srgbClr val="F84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6576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8485E"/>
                </a:solidFill>
                <a:latin typeface="Montserrat"/>
              </a:rPr>
              <a:t>SECTION 2 · BUILT WITH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7223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3C3C3A"/>
                </a:solidFill>
                <a:latin typeface="Montserrat"/>
              </a:rPr>
              <a:t>Email Escalation — Your Priority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25296"/>
            <a:ext cx="2194560" cy="38100"/>
          </a:xfrm>
          <a:prstGeom prst="rect">
            <a:avLst/>
          </a:prstGeom>
          <a:solidFill>
            <a:srgbClr val="FCC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310896"/>
            <a:ext cx="1051560" cy="314873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02920" y="1554480"/>
            <a:ext cx="2103120" cy="658368"/>
          </a:xfrm>
          <a:prstGeom prst="roundRect">
            <a:avLst/>
          </a:prstGeom>
          <a:solidFill>
            <a:srgbClr val="8A8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7784" y="1609344"/>
            <a:ext cx="1993392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FFFFFF"/>
                </a:solidFill>
                <a:latin typeface="Montserrat"/>
              </a:rPr>
              <a:t>Customer email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FFFFFF"/>
                </a:solidFill>
                <a:latin typeface="Montserrat"/>
              </a:rPr>
              <a:t>to e.mascentre@pronet.my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06040" y="1870964"/>
            <a:ext cx="256032" cy="25400"/>
          </a:xfrm>
          <a:prstGeom prst="rect">
            <a:avLst/>
          </a:prstGeom>
          <a:solidFill>
            <a:srgbClr val="F84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Isosceles Triangle 10"/>
          <p:cNvSpPr/>
          <p:nvPr/>
        </p:nvSpPr>
        <p:spPr>
          <a:xfrm rot="5400000">
            <a:off x="2862072" y="1828800"/>
            <a:ext cx="109728" cy="109728"/>
          </a:xfrm>
          <a:prstGeom prst="triangle">
            <a:avLst/>
          </a:prstGeom>
          <a:solidFill>
            <a:srgbClr val="F84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971800" y="1554480"/>
            <a:ext cx="2103120" cy="658368"/>
          </a:xfrm>
          <a:prstGeom prst="roundRect">
            <a:avLst/>
          </a:prstGeom>
          <a:solidFill>
            <a:srgbClr val="4A8C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26664" y="1609344"/>
            <a:ext cx="1993392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FFFFFF"/>
                </a:solidFill>
                <a:latin typeface="Montserrat"/>
              </a:rPr>
              <a:t>CRM inbox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FFFFFF"/>
                </a:solidFill>
                <a:latin typeface="Montserrat"/>
              </a:rPr>
              <a:t>IMAP / SMTP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74920" y="1870964"/>
            <a:ext cx="438912" cy="25400"/>
          </a:xfrm>
          <a:prstGeom prst="rect">
            <a:avLst/>
          </a:prstGeom>
          <a:solidFill>
            <a:srgbClr val="F84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Isosceles Triangle 14"/>
          <p:cNvSpPr/>
          <p:nvPr/>
        </p:nvSpPr>
        <p:spPr>
          <a:xfrm rot="5400000">
            <a:off x="5513832" y="1828800"/>
            <a:ext cx="109728" cy="109728"/>
          </a:xfrm>
          <a:prstGeom prst="triangle">
            <a:avLst/>
          </a:prstGeom>
          <a:solidFill>
            <a:srgbClr val="F84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623560" y="1481328"/>
            <a:ext cx="3017520" cy="822960"/>
          </a:xfrm>
          <a:prstGeom prst="roundRect">
            <a:avLst/>
          </a:prstGeom>
          <a:solidFill>
            <a:srgbClr val="5AB8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78424" y="1536192"/>
            <a:ext cx="2907792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 i="0">
                <a:solidFill>
                  <a:srgbClr val="FFFFFF"/>
                </a:solidFill>
                <a:latin typeface="Montserrat"/>
              </a:rPr>
              <a:t>Auto-ack to customer — ONCE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FFFFFF"/>
                </a:solidFill>
                <a:latin typeface="Montserrat"/>
              </a:rPr>
              <a:t>new thread only · not on replies / agent sends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010660" y="2212848"/>
            <a:ext cx="25400" cy="237744"/>
          </a:xfrm>
          <a:prstGeom prst="rect">
            <a:avLst/>
          </a:prstGeom>
          <a:solidFill>
            <a:srgbClr val="F84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668780" y="2437892"/>
            <a:ext cx="2354580" cy="25400"/>
          </a:xfrm>
          <a:prstGeom prst="rect">
            <a:avLst/>
          </a:prstGeom>
          <a:solidFill>
            <a:srgbClr val="F84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656080" y="2450592"/>
            <a:ext cx="25400" cy="137160"/>
          </a:xfrm>
          <a:prstGeom prst="rect">
            <a:avLst/>
          </a:prstGeom>
          <a:solidFill>
            <a:srgbClr val="F84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Isosceles Triangle 20"/>
          <p:cNvSpPr/>
          <p:nvPr/>
        </p:nvSpPr>
        <p:spPr>
          <a:xfrm rot="10800000">
            <a:off x="1613916" y="2642616"/>
            <a:ext cx="109728" cy="109728"/>
          </a:xfrm>
          <a:prstGeom prst="triangle">
            <a:avLst/>
          </a:prstGeom>
          <a:solidFill>
            <a:srgbClr val="F84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02920" y="2697480"/>
            <a:ext cx="2331720" cy="713232"/>
          </a:xfrm>
          <a:prstGeom prst="roundRect">
            <a:avLst/>
          </a:prstGeom>
          <a:solidFill>
            <a:srgbClr val="3C3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7784" y="2752344"/>
            <a:ext cx="2221992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FFFFFF"/>
                </a:solidFill>
                <a:latin typeface="Montserrat"/>
              </a:rPr>
              <a:t>Agent creates case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FFFFFF"/>
                </a:solidFill>
                <a:latin typeface="Montserrat"/>
              </a:rPr>
              <a:t>classify by category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834640" y="3041396"/>
            <a:ext cx="256032" cy="25400"/>
          </a:xfrm>
          <a:prstGeom prst="rect">
            <a:avLst/>
          </a:prstGeom>
          <a:solidFill>
            <a:srgbClr val="F84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Isosceles Triangle 24"/>
          <p:cNvSpPr/>
          <p:nvPr/>
        </p:nvSpPr>
        <p:spPr>
          <a:xfrm rot="5400000">
            <a:off x="3090672" y="2999232"/>
            <a:ext cx="109728" cy="109728"/>
          </a:xfrm>
          <a:prstGeom prst="triangle">
            <a:avLst/>
          </a:prstGeom>
          <a:solidFill>
            <a:srgbClr val="F84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200400" y="2697480"/>
            <a:ext cx="2331720" cy="713232"/>
          </a:xfrm>
          <a:prstGeom prst="roundRect">
            <a:avLst/>
          </a:prstGeom>
          <a:solidFill>
            <a:srgbClr val="FCC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55264" y="2752344"/>
            <a:ext cx="2221992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3C3C3A"/>
                </a:solidFill>
                <a:latin typeface="Montserrat"/>
              </a:rPr>
              <a:t>PIC by category + SOP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3C3C3A"/>
                </a:solidFill>
                <a:latin typeface="Montserrat"/>
              </a:rPr>
              <a:t>Escalation Policy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532120" y="3041396"/>
            <a:ext cx="256032" cy="25400"/>
          </a:xfrm>
          <a:prstGeom prst="rect">
            <a:avLst/>
          </a:prstGeom>
          <a:solidFill>
            <a:srgbClr val="F84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Isosceles Triangle 28"/>
          <p:cNvSpPr/>
          <p:nvPr/>
        </p:nvSpPr>
        <p:spPr>
          <a:xfrm rot="5400000">
            <a:off x="5788152" y="2999232"/>
            <a:ext cx="109728" cy="109728"/>
          </a:xfrm>
          <a:prstGeom prst="triangle">
            <a:avLst/>
          </a:prstGeom>
          <a:solidFill>
            <a:srgbClr val="F84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5897880" y="2697480"/>
            <a:ext cx="2743200" cy="713232"/>
          </a:xfrm>
          <a:prstGeom prst="roundRect">
            <a:avLst/>
          </a:prstGeom>
          <a:solidFill>
            <a:srgbClr val="4A8C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52744" y="2752344"/>
            <a:ext cx="2633472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FFFFFF"/>
                </a:solidFill>
                <a:latin typeface="Montserrat"/>
              </a:rPr>
              <a:t>Forward internal / dealer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FFFFFF"/>
                </a:solidFill>
                <a:latin typeface="Montserrat"/>
              </a:rPr>
              <a:t>SEPARATE conversation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3703320"/>
            <a:ext cx="8138160" cy="932688"/>
          </a:xfrm>
          <a:prstGeom prst="rect">
            <a:avLst/>
          </a:prstGeom>
          <a:solidFill>
            <a:srgbClr val="D7EB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" y="3785615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8485E"/>
                </a:solidFill>
                <a:latin typeface="Montserrat"/>
              </a:rPr>
              <a:t>BUILT TO YOUR SOP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4078224"/>
            <a:ext cx="7772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950" b="1">
                <a:solidFill>
                  <a:srgbClr val="3C3C3A"/>
                </a:solidFill>
                <a:latin typeface="Montserrat"/>
              </a:rPr>
              <a:t>—  </a:t>
            </a:r>
            <a:r>
              <a:rPr sz="950" b="1">
                <a:solidFill>
                  <a:srgbClr val="3C3C3A"/>
                </a:solidFill>
                <a:latin typeface="Montserrat"/>
              </a:rPr>
              <a:t>Two separate emails — </a:t>
            </a:r>
            <a:r>
              <a:rPr sz="950" b="0">
                <a:solidFill>
                  <a:srgbClr val="3C3C3A"/>
                </a:solidFill>
                <a:latin typeface="Montserrat"/>
              </a:rPr>
              <a:t>customer acknowledgement and internal case; no CC / BCC / thread trailing.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950" b="1">
                <a:solidFill>
                  <a:srgbClr val="3C3C3A"/>
                </a:solidFill>
                <a:latin typeface="Montserrat"/>
              </a:rPr>
              <a:t>—  </a:t>
            </a:r>
            <a:r>
              <a:rPr sz="950" b="1">
                <a:solidFill>
                  <a:srgbClr val="3C3C3A"/>
                </a:solidFill>
                <a:latin typeface="Montserrat"/>
              </a:rPr>
              <a:t>Status ≤ 4 working hours </a:t>
            </a:r>
            <a:r>
              <a:rPr sz="950" b="0">
                <a:solidFill>
                  <a:srgbClr val="3C3C3A"/>
                </a:solidFill>
                <a:latin typeface="Montserrat"/>
              </a:rPr>
              <a:t>· WIP/Resolved · 8h auto-escalate / 48h alarm · PROTON supplies email service + subdomain + credentials.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4828032"/>
            <a:ext cx="6126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8A8A88"/>
                </a:solidFill>
                <a:latin typeface="Montserrat"/>
              </a:rPr>
              <a:t>Devoteam  ·  Technical Proposal  ·  PROTON — e.MAS Customer Operations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38160" y="482803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8A8A88"/>
                </a:solidFill>
                <a:latin typeface="Montserrat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256032" cy="128016"/>
          </a:xfrm>
          <a:prstGeom prst="rect">
            <a:avLst/>
          </a:prstGeom>
          <a:solidFill>
            <a:srgbClr val="F84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6576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8485E"/>
                </a:solidFill>
                <a:latin typeface="Montserrat"/>
              </a:rPr>
              <a:t>SECTION 2 · BUILT WITH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7223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3C3C3A"/>
                </a:solidFill>
                <a:latin typeface="Montserrat"/>
              </a:rPr>
              <a:t>Reporting &amp; Business Intelligence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25296"/>
            <a:ext cx="2194560" cy="38100"/>
          </a:xfrm>
          <a:prstGeom prst="rect">
            <a:avLst/>
          </a:prstGeom>
          <a:solidFill>
            <a:srgbClr val="FCC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310896"/>
            <a:ext cx="1051560" cy="31487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1463040"/>
            <a:ext cx="4114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8485E"/>
                </a:solidFill>
                <a:latin typeface="Montserrat"/>
              </a:rPr>
              <a:t>REPORTS YOU ASKED FOR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810512"/>
            <a:ext cx="4114800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1">
                <a:solidFill>
                  <a:srgbClr val="F8485E"/>
                </a:solidFill>
                <a:latin typeface="Montserrat"/>
              </a:rPr>
              <a:t>—  </a:t>
            </a:r>
            <a:r>
              <a:rPr sz="1050" b="1">
                <a:solidFill>
                  <a:srgbClr val="3C3C3A"/>
                </a:solidFill>
                <a:latin typeface="Montserrat"/>
              </a:rPr>
              <a:t>Channel source </a:t>
            </a:r>
            <a:r>
              <a:rPr sz="1050" b="0">
                <a:solidFill>
                  <a:srgbClr val="3C3C3A"/>
                </a:solidFill>
                <a:latin typeface="Montserrat"/>
              </a:rPr>
              <a:t>— Call / WA / Email / Social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1">
                <a:solidFill>
                  <a:srgbClr val="F8485E"/>
                </a:solidFill>
                <a:latin typeface="Montserrat"/>
              </a:rPr>
              <a:t>—  </a:t>
            </a:r>
            <a:r>
              <a:rPr sz="1050" b="1">
                <a:solidFill>
                  <a:srgbClr val="3C3C3A"/>
                </a:solidFill>
                <a:latin typeface="Montserrat"/>
              </a:rPr>
              <a:t>Case division </a:t>
            </a:r>
            <a:r>
              <a:rPr sz="1050" b="0">
                <a:solidFill>
                  <a:srgbClr val="3C3C3A"/>
                </a:solidFill>
                <a:latin typeface="Montserrat"/>
              </a:rPr>
              <a:t>— Apps / Sales / Aftersales / Charging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1">
                <a:solidFill>
                  <a:srgbClr val="F8485E"/>
                </a:solidFill>
                <a:latin typeface="Montserrat"/>
              </a:rPr>
              <a:t>—  </a:t>
            </a:r>
            <a:r>
              <a:rPr sz="1050" b="1">
                <a:solidFill>
                  <a:srgbClr val="3C3C3A"/>
                </a:solidFill>
                <a:latin typeface="Montserrat"/>
              </a:rPr>
              <a:t>Dept &amp; PIC </a:t>
            </a:r>
            <a:r>
              <a:rPr sz="1050" b="0">
                <a:solidFill>
                  <a:srgbClr val="3C3C3A"/>
                </a:solidFill>
                <a:latin typeface="Montserrat"/>
              </a:rPr>
              <a:t>— first-response, resolution, CRR ranking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1">
                <a:solidFill>
                  <a:srgbClr val="F8485E"/>
                </a:solidFill>
                <a:latin typeface="Montserrat"/>
              </a:rPr>
              <a:t>—  </a:t>
            </a:r>
            <a:r>
              <a:rPr sz="1050" b="1">
                <a:solidFill>
                  <a:srgbClr val="3C3C3A"/>
                </a:solidFill>
                <a:latin typeface="Montserrat"/>
              </a:rPr>
              <a:t>Call-Centre KPI </a:t>
            </a:r>
            <a:r>
              <a:rPr sz="1050" b="0">
                <a:solidFill>
                  <a:srgbClr val="3C3C3A"/>
                </a:solidFill>
                <a:latin typeface="Montserrat"/>
              </a:rPr>
              <a:t>— SLA achievement, tasks/agent, closure time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1">
                <a:solidFill>
                  <a:srgbClr val="F8485E"/>
                </a:solidFill>
                <a:latin typeface="Montserrat"/>
              </a:rPr>
              <a:t>—  </a:t>
            </a:r>
            <a:r>
              <a:rPr sz="1050" b="1">
                <a:solidFill>
                  <a:srgbClr val="3C3C3A"/>
                </a:solidFill>
                <a:latin typeface="Montserrat"/>
              </a:rPr>
              <a:t>NPS </a:t>
            </a:r>
            <a:r>
              <a:rPr sz="1050" b="0">
                <a:solidFill>
                  <a:srgbClr val="3C3C3A"/>
                </a:solidFill>
                <a:latin typeface="Montserrat"/>
              </a:rPr>
              <a:t>— customer rates agent on Call &amp; WA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1">
                <a:solidFill>
                  <a:srgbClr val="F8485E"/>
                </a:solidFill>
                <a:latin typeface="Montserrat"/>
              </a:rPr>
              <a:t>—  </a:t>
            </a:r>
            <a:r>
              <a:rPr sz="1050" b="1">
                <a:solidFill>
                  <a:srgbClr val="3C3C3A"/>
                </a:solidFill>
                <a:latin typeface="Montserrat"/>
              </a:rPr>
              <a:t>Case lifecycle </a:t>
            </a:r>
            <a:r>
              <a:rPr sz="1050" b="0">
                <a:solidFill>
                  <a:srgbClr val="3C3C3A"/>
                </a:solidFill>
                <a:latin typeface="Montserrat"/>
              </a:rPr>
              <a:t>— Higher-escalation / WIP / Temp-Closed / Closed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1">
                <a:solidFill>
                  <a:srgbClr val="F8485E"/>
                </a:solidFill>
                <a:latin typeface="Montserrat"/>
              </a:rPr>
              <a:t>—  </a:t>
            </a:r>
            <a:r>
              <a:rPr sz="1050" b="1">
                <a:solidFill>
                  <a:srgbClr val="3C3C3A"/>
                </a:solidFill>
                <a:latin typeface="Montserrat"/>
              </a:rPr>
              <a:t>Trends </a:t>
            </a:r>
            <a:r>
              <a:rPr sz="1050" b="0">
                <a:solidFill>
                  <a:srgbClr val="3C3C3A"/>
                </a:solidFill>
                <a:latin typeface="Montserrat"/>
              </a:rPr>
              <a:t>— daily / weekly / monthly, peak-hour analysis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60" y="1481328"/>
            <a:ext cx="3931920" cy="2788920"/>
          </a:xfrm>
          <a:prstGeom prst="rect">
            <a:avLst/>
          </a:prstGeom>
          <a:solidFill>
            <a:srgbClr val="DDE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92040" y="1591056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5AB891"/>
                </a:solidFill>
                <a:latin typeface="Montserrat"/>
              </a:rPr>
              <a:t>HOW WE DELIVER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92040" y="1956816"/>
            <a:ext cx="356616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050" b="1">
                <a:solidFill>
                  <a:srgbClr val="5AB891"/>
                </a:solidFill>
                <a:latin typeface="Montserrat"/>
              </a:rPr>
              <a:t>—  </a:t>
            </a:r>
            <a:r>
              <a:rPr sz="1050" b="1">
                <a:solidFill>
                  <a:srgbClr val="3C3C3A"/>
                </a:solidFill>
                <a:latin typeface="Montserrat"/>
              </a:rPr>
              <a:t>Native reports </a:t>
            </a:r>
            <a:r>
              <a:rPr sz="1050" b="0">
                <a:solidFill>
                  <a:srgbClr val="3C3C3A"/>
                </a:solidFill>
                <a:latin typeface="Montserrat"/>
              </a:rPr>
              <a:t>in the CRM today (overview, agent status, SLA)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050" b="1">
                <a:solidFill>
                  <a:srgbClr val="5AB891"/>
                </a:solidFill>
                <a:latin typeface="Montserrat"/>
              </a:rPr>
              <a:t>—  </a:t>
            </a:r>
            <a:r>
              <a:rPr sz="1050" b="1">
                <a:solidFill>
                  <a:srgbClr val="3C3C3A"/>
                </a:solidFill>
                <a:latin typeface="Montserrat"/>
              </a:rPr>
              <a:t>BigQuery warehouse </a:t>
            </a:r>
            <a:r>
              <a:rPr sz="1050" b="0">
                <a:solidFill>
                  <a:srgbClr val="3C3C3A"/>
                </a:solidFill>
                <a:latin typeface="Montserrat"/>
              </a:rPr>
              <a:t>→ Power BI / Looker (connect or embed)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050" b="1">
                <a:solidFill>
                  <a:srgbClr val="5AB891"/>
                </a:solidFill>
                <a:latin typeface="Montserrat"/>
              </a:rPr>
              <a:t>—  </a:t>
            </a:r>
            <a:r>
              <a:rPr sz="1050" b="1">
                <a:solidFill>
                  <a:srgbClr val="3C3C3A"/>
                </a:solidFill>
                <a:latin typeface="Montserrat"/>
              </a:rPr>
              <a:t>Scheduled exports </a:t>
            </a:r>
            <a:r>
              <a:rPr sz="1050" b="0">
                <a:solidFill>
                  <a:srgbClr val="3C3C3A"/>
                </a:solidFill>
                <a:latin typeface="Montserrat"/>
              </a:rPr>
              <a:t>— PDF / Excel auto-sent to management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050" b="1">
                <a:solidFill>
                  <a:srgbClr val="5AB891"/>
                </a:solidFill>
                <a:latin typeface="Montserrat"/>
              </a:rPr>
              <a:t>—  </a:t>
            </a:r>
            <a:r>
              <a:rPr sz="1050" b="1">
                <a:solidFill>
                  <a:srgbClr val="3C3C3A"/>
                </a:solidFill>
                <a:latin typeface="Montserrat"/>
              </a:rPr>
              <a:t>Anomaly dashboard </a:t>
            </a:r>
            <a:r>
              <a:rPr sz="1050" b="0">
                <a:solidFill>
                  <a:srgbClr val="3C3C3A"/>
                </a:solidFill>
                <a:latin typeface="Montserrat"/>
              </a:rPr>
              <a:t>— real-time channel-spike alerts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050" b="1">
                <a:solidFill>
                  <a:srgbClr val="5AB891"/>
                </a:solidFill>
                <a:latin typeface="Montserrat"/>
              </a:rPr>
              <a:t>—  </a:t>
            </a:r>
            <a:r>
              <a:rPr sz="1050" b="1">
                <a:solidFill>
                  <a:srgbClr val="3C3C3A"/>
                </a:solidFill>
                <a:latin typeface="Montserrat"/>
              </a:rPr>
              <a:t>Role-based views </a:t>
            </a:r>
            <a:r>
              <a:rPr sz="1050" b="0">
                <a:solidFill>
                  <a:srgbClr val="3C3C3A"/>
                </a:solidFill>
                <a:latin typeface="Montserrat"/>
              </a:rPr>
              <a:t>— admin / leader vs agent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590288"/>
            <a:ext cx="8138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8485E"/>
                </a:solidFill>
                <a:latin typeface="Montserrat"/>
              </a:rPr>
              <a:t>Next:  </a:t>
            </a:r>
            <a:r>
              <a:rPr sz="900" b="0" i="1">
                <a:solidFill>
                  <a:srgbClr val="8A8A88"/>
                </a:solidFill>
                <a:latin typeface="Montserrat"/>
              </a:rPr>
              <a:t>PROTON to share report / visualization examples so we can tailor the dashboards.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828032"/>
            <a:ext cx="6126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8A8A88"/>
                </a:solidFill>
                <a:latin typeface="Montserrat"/>
              </a:rPr>
              <a:t>Devoteam  ·  Technical Proposal  ·  PROTON — e.MAS Customer Operations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482803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8A8A88"/>
                </a:solidFill>
                <a:latin typeface="Montserrat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256032" cy="128016"/>
          </a:xfrm>
          <a:prstGeom prst="rect">
            <a:avLst/>
          </a:prstGeom>
          <a:solidFill>
            <a:srgbClr val="F84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6576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8485E"/>
                </a:solidFill>
                <a:latin typeface="Montserrat"/>
              </a:rPr>
              <a:t>SECTION 2 · BUILT WITH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7223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3C3C3A"/>
                </a:solidFill>
                <a:latin typeface="Montserrat"/>
              </a:rPr>
              <a:t>Gap-Closure Priorities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25296"/>
            <a:ext cx="2194560" cy="38100"/>
          </a:xfrm>
          <a:prstGeom prst="rect">
            <a:avLst/>
          </a:prstGeom>
          <a:solidFill>
            <a:srgbClr val="FCC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310896"/>
            <a:ext cx="1051560" cy="314873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417320"/>
          <a:ext cx="8138159" cy="334670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02920"/>
                <a:gridCol w="1600200"/>
                <a:gridCol w="4160520"/>
                <a:gridCol w="1874519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880" b="1">
                          <a:solidFill>
                            <a:srgbClr val="FFFFFF"/>
                          </a:solidFill>
                          <a:latin typeface="Montserrat"/>
                        </a:rPr>
                        <a:t>Pri.</a:t>
                      </a:r>
                    </a:p>
                  </a:txBody>
                  <a:tcPr anchor="ctr" marL="73152" marR="73152" marT="18288" marB="18288">
                    <a:solidFill>
                      <a:srgbClr val="3C3C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80" b="1">
                          <a:solidFill>
                            <a:srgbClr val="FFFFFF"/>
                          </a:solidFill>
                          <a:latin typeface="Montserrat"/>
                        </a:rPr>
                        <a:t>Item</a:t>
                      </a:r>
                    </a:p>
                  </a:txBody>
                  <a:tcPr anchor="ctr" marL="73152" marR="73152" marT="18288" marB="18288">
                    <a:solidFill>
                      <a:srgbClr val="3C3C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80" b="1">
                          <a:solidFill>
                            <a:srgbClr val="FFFFFF"/>
                          </a:solidFill>
                          <a:latin typeface="Montserrat"/>
                        </a:rPr>
                        <a:t>What you asked for</a:t>
                      </a:r>
                    </a:p>
                  </a:txBody>
                  <a:tcPr anchor="ctr" marL="73152" marR="73152" marT="18288" marB="18288">
                    <a:solidFill>
                      <a:srgbClr val="3C3C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80" b="1">
                          <a:solidFill>
                            <a:srgbClr val="FFFFFF"/>
                          </a:solidFill>
                          <a:latin typeface="Montserrat"/>
                        </a:rPr>
                        <a:t>Dependency</a:t>
                      </a:r>
                    </a:p>
                  </a:txBody>
                  <a:tcPr anchor="ctr" marL="73152" marR="73152" marT="18288" marB="18288">
                    <a:solidFill>
                      <a:srgbClr val="3C3C3A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880" b="0">
                          <a:solidFill>
                            <a:srgbClr val="3C3C3A"/>
                          </a:solidFill>
                          <a:latin typeface="Montserrat"/>
                        </a:rPr>
                        <a:t>P1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80" b="0">
                          <a:solidFill>
                            <a:srgbClr val="3C3C3A"/>
                          </a:solidFill>
                          <a:latin typeface="Montserrat"/>
                        </a:rPr>
                        <a:t>Email escalation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80" b="0">
                          <a:solidFill>
                            <a:srgbClr val="3C3C3A"/>
                          </a:solidFill>
                          <a:latin typeface="Montserrat"/>
                        </a:rPr>
                        <a:t>Auto-ack once per thread + forward internal case as a separate conversation (no CC/BCC), SOP-driven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80" b="0">
                          <a:solidFill>
                            <a:srgbClr val="3C3C3A"/>
                          </a:solidFill>
                          <a:latin typeface="Montserrat"/>
                        </a:rPr>
                        <a:t>PROTON email domain + IMAP/SMTP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880" b="0">
                          <a:solidFill>
                            <a:srgbClr val="3C3C3A"/>
                          </a:solidFill>
                          <a:latin typeface="Montserrat"/>
                        </a:rPr>
                        <a:t>P1</a:t>
                      </a:r>
                    </a:p>
                  </a:txBody>
                  <a:tcPr anchor="ctr" marL="73152" marR="73152" marT="18288" marB="18288">
                    <a:solidFill>
                      <a:srgbClr val="FDDA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80" b="0">
                          <a:solidFill>
                            <a:srgbClr val="3C3C3A"/>
                          </a:solidFill>
                          <a:latin typeface="Montserrat"/>
                        </a:rPr>
                        <a:t>Customer 360</a:t>
                      </a:r>
                    </a:p>
                  </a:txBody>
                  <a:tcPr anchor="ctr" marL="73152" marR="73152" marT="18288" marB="18288">
                    <a:solidFill>
                      <a:srgbClr val="FDDA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80" b="0">
                          <a:solidFill>
                            <a:srgbClr val="3C3C3A"/>
                          </a:solidFill>
                          <a:latin typeface="Montserrat"/>
                        </a:rPr>
                        <a:t>Single customer ID (name / vehicle / phone); group all conversations; 4-section card &lt; 3s</a:t>
                      </a:r>
                    </a:p>
                  </a:txBody>
                  <a:tcPr anchor="ctr" marL="73152" marR="73152" marT="18288" marB="18288">
                    <a:solidFill>
                      <a:srgbClr val="FDDA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80" b="0">
                          <a:solidFill>
                            <a:srgbClr val="3C3C3A"/>
                          </a:solidFill>
                          <a:latin typeface="Montserrat"/>
                        </a:rPr>
                        <a:t>DMS + TSP API access</a:t>
                      </a:r>
                    </a:p>
                  </a:txBody>
                  <a:tcPr anchor="ctr" marL="73152" marR="73152" marT="18288" marB="18288">
                    <a:solidFill>
                      <a:srgbClr val="FDDADE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880" b="0">
                          <a:solidFill>
                            <a:srgbClr val="3C3C3A"/>
                          </a:solidFill>
                          <a:latin typeface="Montserrat"/>
                        </a:rPr>
                        <a:t>P1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80" b="0">
                          <a:solidFill>
                            <a:srgbClr val="3C3C3A"/>
                          </a:solidFill>
                          <a:latin typeface="Montserrat"/>
                        </a:rPr>
                        <a:t>Case management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80" b="0">
                          <a:solidFill>
                            <a:srgbClr val="3C3C3A"/>
                          </a:solidFill>
                          <a:latin typeface="Montserrat"/>
                        </a:rPr>
                        <a:t>Per-ticket support dashboard + agent "my cases" view; hierarchical categories (main + sub)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80" b="0">
                          <a:solidFill>
                            <a:srgbClr val="3C3C3A"/>
                          </a:solidFill>
                          <a:latin typeface="Montserrat"/>
                        </a:rPr>
                        <a:t>—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880" b="0">
                          <a:solidFill>
                            <a:srgbClr val="3C3C3A"/>
                          </a:solidFill>
                          <a:latin typeface="Montserrat"/>
                        </a:rPr>
                        <a:t>P2</a:t>
                      </a:r>
                    </a:p>
                  </a:txBody>
                  <a:tcPr anchor="ctr" marL="73152" marR="73152" marT="18288" marB="18288">
                    <a:solidFill>
                      <a:srgbClr val="FDDA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80" b="0">
                          <a:solidFill>
                            <a:srgbClr val="3C3C3A"/>
                          </a:solidFill>
                          <a:latin typeface="Montserrat"/>
                        </a:rPr>
                        <a:t>Reporting &amp; BI</a:t>
                      </a:r>
                    </a:p>
                  </a:txBody>
                  <a:tcPr anchor="ctr" marL="73152" marR="73152" marT="18288" marB="18288">
                    <a:solidFill>
                      <a:srgbClr val="FDDA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80" b="0">
                          <a:solidFill>
                            <a:srgbClr val="3C3C3A"/>
                          </a:solidFill>
                          <a:latin typeface="Montserrat"/>
                        </a:rPr>
                        <a:t>Customization + Power BI (BigQuery embed); role-based visibility (admin/leader vs agent)</a:t>
                      </a:r>
                    </a:p>
                  </a:txBody>
                  <a:tcPr anchor="ctr" marL="73152" marR="73152" marT="18288" marB="18288">
                    <a:solidFill>
                      <a:srgbClr val="FDDA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80" b="0">
                          <a:solidFill>
                            <a:srgbClr val="3C3C3A"/>
                          </a:solidFill>
                          <a:latin typeface="Montserrat"/>
                        </a:rPr>
                        <a:t>PROTON report examples</a:t>
                      </a:r>
                    </a:p>
                  </a:txBody>
                  <a:tcPr anchor="ctr" marL="73152" marR="73152" marT="18288" marB="18288">
                    <a:solidFill>
                      <a:srgbClr val="FDDADE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880" b="0">
                          <a:solidFill>
                            <a:srgbClr val="3C3C3A"/>
                          </a:solidFill>
                          <a:latin typeface="Montserrat"/>
                        </a:rPr>
                        <a:t>P2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80" b="0">
                          <a:solidFill>
                            <a:srgbClr val="3C3C3A"/>
                          </a:solidFill>
                          <a:latin typeface="Montserrat"/>
                        </a:rPr>
                        <a:t>Agent status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80" b="0">
                          <a:solidFill>
                            <a:srgbClr val="3C3C3A"/>
                          </a:solidFill>
                          <a:latin typeface="Montserrat"/>
                        </a:rPr>
                        <a:t>Auto-busy on call; round-robin skips busy; configurable concurrent-ticket limits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80" b="0">
                          <a:solidFill>
                            <a:srgbClr val="3C3C3A"/>
                          </a:solidFill>
                          <a:latin typeface="Montserrat"/>
                        </a:rPr>
                        <a:t>Telephony events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880" b="0">
                          <a:solidFill>
                            <a:srgbClr val="3C3C3A"/>
                          </a:solidFill>
                          <a:latin typeface="Montserrat"/>
                        </a:rPr>
                        <a:t>P2</a:t>
                      </a:r>
                    </a:p>
                  </a:txBody>
                  <a:tcPr anchor="ctr" marL="73152" marR="73152" marT="18288" marB="18288">
                    <a:solidFill>
                      <a:srgbClr val="FDDA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80" b="0">
                          <a:solidFill>
                            <a:srgbClr val="3C3C3A"/>
                          </a:solidFill>
                          <a:latin typeface="Montserrat"/>
                        </a:rPr>
                        <a:t>Multimodal + language</a:t>
                      </a:r>
                    </a:p>
                  </a:txBody>
                  <a:tcPr anchor="ctr" marL="73152" marR="73152" marT="18288" marB="18288">
                    <a:solidFill>
                      <a:srgbClr val="FDDA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80" b="0">
                          <a:solidFill>
                            <a:srgbClr val="3C3C3A"/>
                          </a:solidFill>
                          <a:latin typeface="Montserrat"/>
                        </a:rPr>
                        <a:t>WhatsApp voice-note / image / video; always answer in customer's language; bulk FAQ/PDF upload</a:t>
                      </a:r>
                    </a:p>
                  </a:txBody>
                  <a:tcPr anchor="ctr" marL="73152" marR="73152" marT="18288" marB="18288">
                    <a:solidFill>
                      <a:srgbClr val="FDDA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80" b="0">
                          <a:solidFill>
                            <a:srgbClr val="3C3C3A"/>
                          </a:solidFill>
                          <a:latin typeface="Montserrat"/>
                        </a:rPr>
                        <a:t>Meta verification</a:t>
                      </a:r>
                    </a:p>
                  </a:txBody>
                  <a:tcPr anchor="ctr" marL="73152" marR="73152" marT="18288" marB="18288">
                    <a:solidFill>
                      <a:srgbClr val="FDDADE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02920" y="4828032"/>
            <a:ext cx="6126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8A8A88"/>
                </a:solidFill>
                <a:latin typeface="Montserrat"/>
              </a:rPr>
              <a:t>Devoteam  ·  Technical Proposal  ·  PROTON — e.MAS Customer Operations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0" y="482803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8A8A88"/>
                </a:solidFill>
                <a:latin typeface="Montserrat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256032" cy="128016"/>
          </a:xfrm>
          <a:prstGeom prst="rect">
            <a:avLst/>
          </a:prstGeom>
          <a:solidFill>
            <a:srgbClr val="F84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6576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8485E"/>
                </a:solidFill>
                <a:latin typeface="Montserrat"/>
              </a:rPr>
              <a:t>SECTION 2 · BUILT WITH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7223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3C3C3A"/>
                </a:solidFill>
                <a:latin typeface="Montserrat"/>
              </a:rPr>
              <a:t>Data Migration — Zendesk → Platform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25296"/>
            <a:ext cx="2194560" cy="38100"/>
          </a:xfrm>
          <a:prstGeom prst="rect">
            <a:avLst/>
          </a:prstGeom>
          <a:solidFill>
            <a:srgbClr val="FCC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310896"/>
            <a:ext cx="1051560" cy="31487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1298448"/>
            <a:ext cx="81381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1">
                <a:solidFill>
                  <a:srgbClr val="8A8A88"/>
                </a:solidFill>
                <a:latin typeface="Montserrat"/>
              </a:rPr>
              <a:t>Think of it like moving offices — pack up, label everything, move in, then unpack and get to work. Nothing gets left behind.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691640"/>
            <a:ext cx="1737360" cy="731520"/>
          </a:xfrm>
          <a:prstGeom prst="roundRect">
            <a:avLst/>
          </a:prstGeom>
          <a:solidFill>
            <a:srgbClr val="8A8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7784" y="1746504"/>
            <a:ext cx="1627632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FFFFFF"/>
                </a:solidFill>
                <a:latin typeface="Montserrat"/>
              </a:rPr>
              <a:t>Pack everything up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FFFFFF"/>
                </a:solidFill>
                <a:latin typeface="Montserrat"/>
              </a:rPr>
              <a:t>export every ticket, contact &amp; FAQ from Zendesk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40280" y="2044700"/>
            <a:ext cx="182880" cy="25400"/>
          </a:xfrm>
          <a:prstGeom prst="rect">
            <a:avLst/>
          </a:prstGeom>
          <a:solidFill>
            <a:srgbClr val="F84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Isosceles Triangle 11"/>
          <p:cNvSpPr/>
          <p:nvPr/>
        </p:nvSpPr>
        <p:spPr>
          <a:xfrm rot="5400000">
            <a:off x="2423160" y="2002536"/>
            <a:ext cx="109728" cy="109728"/>
          </a:xfrm>
          <a:prstGeom prst="triangle">
            <a:avLst/>
          </a:prstGeom>
          <a:solidFill>
            <a:srgbClr val="F84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532888" y="1691640"/>
            <a:ext cx="1737360" cy="731520"/>
          </a:xfrm>
          <a:prstGeom prst="roundRect">
            <a:avLst/>
          </a:prstGeom>
          <a:solidFill>
            <a:srgbClr val="FCC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587752" y="1746504"/>
            <a:ext cx="1627632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3C3C3A"/>
                </a:solidFill>
                <a:latin typeface="Montserrat"/>
              </a:rPr>
              <a:t>Label it clearly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3C3C3A"/>
                </a:solidFill>
                <a:latin typeface="Montserrat"/>
              </a:rPr>
              <a:t>match it to where it belongs in the new system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70248" y="2044700"/>
            <a:ext cx="182880" cy="25400"/>
          </a:xfrm>
          <a:prstGeom prst="rect">
            <a:avLst/>
          </a:prstGeom>
          <a:solidFill>
            <a:srgbClr val="F84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Isosceles Triangle 15"/>
          <p:cNvSpPr/>
          <p:nvPr/>
        </p:nvSpPr>
        <p:spPr>
          <a:xfrm rot="5400000">
            <a:off x="4453128" y="2002536"/>
            <a:ext cx="109728" cy="109728"/>
          </a:xfrm>
          <a:prstGeom prst="triangle">
            <a:avLst/>
          </a:prstGeom>
          <a:solidFill>
            <a:srgbClr val="F84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562856" y="1691640"/>
            <a:ext cx="1737360" cy="731520"/>
          </a:xfrm>
          <a:prstGeom prst="roundRect">
            <a:avLst/>
          </a:prstGeom>
          <a:solidFill>
            <a:srgbClr val="5AB8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1746504"/>
            <a:ext cx="1627632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FFFFFF"/>
                </a:solidFill>
                <a:latin typeface="Montserrat"/>
              </a:rPr>
              <a:t>Move it all in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FFFFFF"/>
                </a:solidFill>
                <a:latin typeface="Montserrat"/>
              </a:rPr>
              <a:t>import into the new CRM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0216" y="2044700"/>
            <a:ext cx="182880" cy="25400"/>
          </a:xfrm>
          <a:prstGeom prst="rect">
            <a:avLst/>
          </a:prstGeom>
          <a:solidFill>
            <a:srgbClr val="F84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Isosceles Triangle 19"/>
          <p:cNvSpPr/>
          <p:nvPr/>
        </p:nvSpPr>
        <p:spPr>
          <a:xfrm rot="5400000">
            <a:off x="6483096" y="2002536"/>
            <a:ext cx="109728" cy="109728"/>
          </a:xfrm>
          <a:prstGeom prst="triangle">
            <a:avLst/>
          </a:prstGeom>
          <a:solidFill>
            <a:srgbClr val="F84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592824" y="1691640"/>
            <a:ext cx="1737360" cy="731520"/>
          </a:xfrm>
          <a:prstGeom prst="roundRect">
            <a:avLst/>
          </a:prstGeom>
          <a:solidFill>
            <a:srgbClr val="4A8C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47688" y="1746504"/>
            <a:ext cx="1627632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FFFFFF"/>
                </a:solidFill>
                <a:latin typeface="Montserrat"/>
              </a:rPr>
              <a:t>Unpack &amp; set up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FFFFFF"/>
                </a:solidFill>
                <a:latin typeface="Montserrat"/>
              </a:rPr>
              <a:t>ready to search, powered by AI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2788920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8485E"/>
                </a:solidFill>
                <a:latin typeface="Montserrat"/>
              </a:rPr>
              <a:t>WHAT MOVES ACROSS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3154680"/>
            <a:ext cx="402336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F8485E"/>
                </a:solidFill>
                <a:latin typeface="Montserrat"/>
              </a:rPr>
              <a:t>—  </a:t>
            </a:r>
            <a:r>
              <a:rPr sz="1000" b="1">
                <a:solidFill>
                  <a:srgbClr val="3C3C3A"/>
                </a:solidFill>
                <a:latin typeface="Montserrat"/>
              </a:rPr>
              <a:t>Every ticket &amp; conversation </a:t>
            </a:r>
            <a:r>
              <a:rPr sz="1000" b="0">
                <a:solidFill>
                  <a:srgbClr val="3C3C3A"/>
                </a:solidFill>
                <a:latin typeface="Montserrat"/>
              </a:rPr>
              <a:t>— with its status and labels kept intact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F8485E"/>
                </a:solidFill>
                <a:latin typeface="Montserrat"/>
              </a:rPr>
              <a:t>—  </a:t>
            </a:r>
            <a:r>
              <a:rPr sz="1000" b="1">
                <a:solidFill>
                  <a:srgbClr val="3C3C3A"/>
                </a:solidFill>
                <a:latin typeface="Montserrat"/>
              </a:rPr>
              <a:t>Every customer record </a:t>
            </a:r>
            <a:r>
              <a:rPr sz="1000" b="0">
                <a:solidFill>
                  <a:srgbClr val="3C3C3A"/>
                </a:solidFill>
                <a:latin typeface="Montserrat"/>
              </a:rPr>
              <a:t>— phone, email and details, exactly as they are today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F8485E"/>
                </a:solidFill>
                <a:latin typeface="Montserrat"/>
              </a:rPr>
              <a:t>—  </a:t>
            </a:r>
            <a:r>
              <a:rPr sz="1000" b="1">
                <a:solidFill>
                  <a:srgbClr val="3C3C3A"/>
                </a:solidFill>
                <a:latin typeface="Montserrat"/>
              </a:rPr>
              <a:t>Your FAQ &amp; knowledge base </a:t>
            </a:r>
            <a:r>
              <a:rPr sz="1000" b="0">
                <a:solidFill>
                  <a:srgbClr val="3C3C3A"/>
                </a:solidFill>
                <a:latin typeface="Montserrat"/>
              </a:rPr>
              <a:t>— rebuilt as a smarter, searchable version PROTON owns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F8485E"/>
                </a:solidFill>
                <a:latin typeface="Montserrat"/>
              </a:rPr>
              <a:t>—  </a:t>
            </a:r>
            <a:r>
              <a:rPr sz="1000" b="1">
                <a:solidFill>
                  <a:srgbClr val="3C3C3A"/>
                </a:solidFill>
                <a:latin typeface="Montserrat"/>
              </a:rPr>
              <a:t>Files &amp; report history </a:t>
            </a:r>
            <a:r>
              <a:rPr sz="1000" b="0">
                <a:solidFill>
                  <a:srgbClr val="3C3C3A"/>
                </a:solidFill>
                <a:latin typeface="Montserrat"/>
              </a:rPr>
              <a:t>— attachments and past reports come across too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09160" y="2788920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8485E"/>
                </a:solidFill>
                <a:latin typeface="Montserrat"/>
              </a:rPr>
              <a:t>NOTHING GETS LOST IN THE MOVE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09160" y="3154680"/>
            <a:ext cx="393192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5AB891"/>
                </a:solidFill>
                <a:latin typeface="Montserrat"/>
              </a:rPr>
              <a:t>—  </a:t>
            </a:r>
            <a:r>
              <a:rPr sz="1000" b="1">
                <a:solidFill>
                  <a:srgbClr val="3C3C3A"/>
                </a:solidFill>
                <a:latin typeface="Montserrat"/>
              </a:rPr>
              <a:t>We pack copies first </a:t>
            </a:r>
            <a:r>
              <a:rPr sz="1000" b="0">
                <a:solidFill>
                  <a:srgbClr val="3C3C3A"/>
                </a:solidFill>
                <a:latin typeface="Montserrat"/>
              </a:rPr>
              <a:t>— nothing is deleted from Zendesk during this step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5AB891"/>
                </a:solidFill>
                <a:latin typeface="Montserrat"/>
              </a:rPr>
              <a:t>—  </a:t>
            </a:r>
            <a:r>
              <a:rPr sz="1000" b="1">
                <a:solidFill>
                  <a:srgbClr val="3C3C3A"/>
                </a:solidFill>
                <a:latin typeface="Montserrat"/>
              </a:rPr>
              <a:t>Old and new run side by side </a:t>
            </a:r>
            <a:r>
              <a:rPr sz="1000" b="0">
                <a:solidFill>
                  <a:srgbClr val="3C3C3A"/>
                </a:solidFill>
                <a:latin typeface="Montserrat"/>
              </a:rPr>
              <a:t>— like living in both places until everything checks out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5AB891"/>
                </a:solidFill>
                <a:latin typeface="Montserrat"/>
              </a:rPr>
              <a:t>—  </a:t>
            </a:r>
            <a:r>
              <a:rPr sz="1000" b="1">
                <a:solidFill>
                  <a:srgbClr val="3C3C3A"/>
                </a:solidFill>
                <a:latin typeface="Montserrat"/>
              </a:rPr>
              <a:t>Then we make it official </a:t>
            </a:r>
            <a:r>
              <a:rPr sz="1000" b="0">
                <a:solidFill>
                  <a:srgbClr val="3C3C3A"/>
                </a:solidFill>
                <a:latin typeface="Montserrat"/>
              </a:rPr>
              <a:t>— once the data checks out, channels switch to the new system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5AB891"/>
                </a:solidFill>
                <a:latin typeface="Montserrat"/>
              </a:rPr>
              <a:t>—  </a:t>
            </a:r>
            <a:r>
              <a:rPr sz="1000" b="1">
                <a:solidFill>
                  <a:srgbClr val="3C3C3A"/>
                </a:solidFill>
                <a:latin typeface="Montserrat"/>
              </a:rPr>
              <a:t>Zendesk switches off </a:t>
            </a:r>
            <a:r>
              <a:rPr sz="1000" b="0">
                <a:solidFill>
                  <a:srgbClr val="3C3C3A"/>
                </a:solidFill>
                <a:latin typeface="Montserrat"/>
              </a:rPr>
              <a:t>— only after PROTON signs off that it's all correct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4828032"/>
            <a:ext cx="6126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8A8A88"/>
                </a:solidFill>
                <a:latin typeface="Montserrat"/>
              </a:rPr>
              <a:t>Devoteam  ·  Technical Proposal  ·  PROTON — e.MAS Customer Operations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38160" y="482803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8A8A88"/>
                </a:solidFill>
                <a:latin typeface="Montserrat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663440" y="1051560"/>
            <a:ext cx="4754880" cy="3108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0000" b="1" i="0">
                <a:solidFill>
                  <a:srgbClr val="DDEFE7"/>
                </a:solidFill>
                <a:latin typeface="Montserrat"/>
              </a:rPr>
              <a:t>03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72768"/>
            <a:ext cx="256032" cy="128016"/>
          </a:xfrm>
          <a:prstGeom prst="rect">
            <a:avLst/>
          </a:prstGeom>
          <a:solidFill>
            <a:srgbClr val="F84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8408" y="155448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8485E"/>
                </a:solidFill>
                <a:latin typeface="Montserrat"/>
              </a:rPr>
              <a:t>SECTION 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74519"/>
            <a:ext cx="75895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800" b="1" i="0">
                <a:solidFill>
                  <a:srgbClr val="3C3C3A"/>
                </a:solidFill>
                <a:latin typeface="Montserrat"/>
              </a:rPr>
              <a:t>Delivery &amp; Commercials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3310128"/>
            <a:ext cx="2377440" cy="38100"/>
          </a:xfrm>
          <a:prstGeom prst="rect">
            <a:avLst/>
          </a:prstGeom>
          <a:solidFill>
            <a:srgbClr val="FCC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3511296"/>
            <a:ext cx="7589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8A8A88"/>
                </a:solidFill>
                <a:latin typeface="Montserrat"/>
              </a:rPr>
              <a:t>Timeline · Scope · Deliverables · Engagement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310896"/>
            <a:ext cx="1051560" cy="314873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256032" cy="128016"/>
          </a:xfrm>
          <a:prstGeom prst="rect">
            <a:avLst/>
          </a:prstGeom>
          <a:solidFill>
            <a:srgbClr val="F84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6576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8485E"/>
                </a:solidFill>
                <a:latin typeface="Montserrat"/>
              </a:rPr>
              <a:t>SECTION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7223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3C3C3A"/>
                </a:solidFill>
                <a:latin typeface="Montserrat"/>
              </a:rPr>
              <a:t>Project Timeline — ~12–16 Weeks, Phased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25296"/>
            <a:ext cx="2194560" cy="38100"/>
          </a:xfrm>
          <a:prstGeom prst="rect">
            <a:avLst/>
          </a:prstGeom>
          <a:solidFill>
            <a:srgbClr val="FCC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310896"/>
            <a:ext cx="1051560" cy="314873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463040"/>
          <a:ext cx="8138160" cy="299923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00200"/>
                <a:gridCol w="640080"/>
                <a:gridCol w="2606040"/>
                <a:gridCol w="3291840"/>
              </a:tblGrid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Montserrat"/>
                        </a:rPr>
                        <a:t>Phase</a:t>
                      </a:r>
                    </a:p>
                  </a:txBody>
                  <a:tcPr anchor="ctr" marL="73152" marR="73152" marT="18288" marB="18288">
                    <a:solidFill>
                      <a:srgbClr val="3C3C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Montserrat"/>
                        </a:rPr>
                        <a:t>Weeks</a:t>
                      </a:r>
                    </a:p>
                  </a:txBody>
                  <a:tcPr anchor="ctr" marL="73152" marR="73152" marT="18288" marB="18288">
                    <a:solidFill>
                      <a:srgbClr val="3C3C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Montserrat"/>
                        </a:rPr>
                        <a:t>Focus</a:t>
                      </a:r>
                    </a:p>
                  </a:txBody>
                  <a:tcPr anchor="ctr" marL="73152" marR="73152" marT="18288" marB="18288">
                    <a:solidFill>
                      <a:srgbClr val="3C3C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Montserrat"/>
                        </a:rPr>
                        <a:t>Key outcomes</a:t>
                      </a:r>
                    </a:p>
                  </a:txBody>
                  <a:tcPr anchor="ctr" marL="73152" marR="73152" marT="18288" marB="18288">
                    <a:solidFill>
                      <a:srgbClr val="3C3C3A"/>
                    </a:solidFill>
                  </a:tcPr>
                </a:tc>
              </a:tr>
              <a:tr h="676656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P0 — Discovery &amp;</a:t>
                      </a:r>
                    </a:p>
                    <a:p>
                      <a:pPr algn="l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GCP foundation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1–2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Access, data contracts, GCP project / landing zone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GCP org/project, network, Secret Manager, CI; Zendesk export sample validated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676656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P1 — Core platform</a:t>
                      </a:r>
                    </a:p>
                    <a:p>
                      <a:pPr algn="l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cutover</a:t>
                      </a:r>
                    </a:p>
                  </a:txBody>
                  <a:tcPr anchor="ctr" marL="73152" marR="73152" marT="18288" marB="18288">
                    <a:solidFill>
                      <a:srgbClr val="DAE8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3–7</a:t>
                      </a:r>
                    </a:p>
                  </a:txBody>
                  <a:tcPr anchor="ctr" marL="73152" marR="73152" marT="18288" marB="18288">
                    <a:solidFill>
                      <a:srgbClr val="DAE8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Stand up production stack; migrate data; wire channels</a:t>
                      </a:r>
                    </a:p>
                  </a:txBody>
                  <a:tcPr anchor="ctr" marL="73152" marR="73152" marT="18288" marB="18288">
                    <a:solidFill>
                      <a:srgbClr val="DAE8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Chatwoot + agent + backend on GKE + Cloud SQL; WA/Web/API live; KB migrated; AI + SOP flows live</a:t>
                      </a:r>
                    </a:p>
                  </a:txBody>
                  <a:tcPr anchor="ctr" marL="73152" marR="73152" marT="18288" marB="18288">
                    <a:solidFill>
                      <a:srgbClr val="DAE8F4"/>
                    </a:solidFill>
                  </a:tcPr>
                </a:tc>
              </a:tr>
              <a:tr h="676656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P2 — Gap closure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6–12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The 28-Jul priorities (parallel with P1 tail)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Email escalation; Customer 360 + DMS/TSP; per-ticket dashboard + hierarchical categories; Reporting/Power BI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676656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P3 — Hardening,</a:t>
                      </a:r>
                    </a:p>
                    <a:p>
                      <a:pPr algn="l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parallel-run &amp; handover</a:t>
                      </a:r>
                    </a:p>
                  </a:txBody>
                  <a:tcPr anchor="ctr" marL="73152" marR="73152" marT="18288" marB="18288">
                    <a:solidFill>
                      <a:srgbClr val="DAE8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12–16</a:t>
                      </a:r>
                    </a:p>
                  </a:txBody>
                  <a:tcPr anchor="ctr" marL="73152" marR="73152" marT="18288" marB="18288">
                    <a:solidFill>
                      <a:srgbClr val="DAE8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HA, monitoring, UAT, cutover, decommission</a:t>
                      </a:r>
                    </a:p>
                  </a:txBody>
                  <a:tcPr anchor="ctr" marL="73152" marR="73152" marT="18288" marB="18288">
                    <a:solidFill>
                      <a:srgbClr val="DAE8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Autoscaling/HA, backups, dashboards; UAT sign-off; Zendesk decommissioned; runbook + training</a:t>
                      </a:r>
                    </a:p>
                  </a:txBody>
                  <a:tcPr anchor="ctr" marL="73152" marR="73152" marT="18288" marB="18288">
                    <a:solidFill>
                      <a:srgbClr val="DAE8F4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02920" y="4590288"/>
            <a:ext cx="8138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1">
                <a:solidFill>
                  <a:srgbClr val="8A8A88"/>
                </a:solidFill>
                <a:latin typeface="Montserrat"/>
              </a:rPr>
              <a:t>P0/P1 largely assemble already-built components; the real engineering is P2's external-dependency items (email, DMS/TSP, telephony).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828032"/>
            <a:ext cx="6126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8A8A88"/>
                </a:solidFill>
                <a:latin typeface="Montserrat"/>
              </a:rPr>
              <a:t>Devoteam  ·  Technical Proposal  ·  PROTON — e.MAS Customer Operations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482803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8A8A88"/>
                </a:solidFill>
                <a:latin typeface="Montserrat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256032" cy="128016"/>
          </a:xfrm>
          <a:prstGeom prst="rect">
            <a:avLst/>
          </a:prstGeom>
          <a:solidFill>
            <a:srgbClr val="F84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6576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8485E"/>
                </a:solidFill>
                <a:latin typeface="Montserrat"/>
              </a:rPr>
              <a:t>SECTION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7223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3C3C3A"/>
                </a:solidFill>
                <a:latin typeface="Montserrat"/>
              </a:rPr>
              <a:t>Scope of Work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25296"/>
            <a:ext cx="2194560" cy="38100"/>
          </a:xfrm>
          <a:prstGeom prst="rect">
            <a:avLst/>
          </a:prstGeom>
          <a:solidFill>
            <a:srgbClr val="FCC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310896"/>
            <a:ext cx="1051560" cy="31487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1417320"/>
            <a:ext cx="406908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000" b="1">
                <a:solidFill>
                  <a:srgbClr val="F8485E"/>
                </a:solidFill>
                <a:latin typeface="Montserrat"/>
              </a:rPr>
              <a:t>—  </a:t>
            </a:r>
            <a:r>
              <a:rPr sz="1000" b="0">
                <a:solidFill>
                  <a:srgbClr val="3C3C3A"/>
                </a:solidFill>
                <a:latin typeface="Montserrat"/>
              </a:rPr>
              <a:t>GCP landing zone: project, networking, IAM, Secret Manager, CI/CD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000" b="1">
                <a:solidFill>
                  <a:srgbClr val="F8485E"/>
                </a:solidFill>
                <a:latin typeface="Montserrat"/>
              </a:rPr>
              <a:t>—  </a:t>
            </a:r>
            <a:r>
              <a:rPr sz="1000" b="0">
                <a:solidFill>
                  <a:srgbClr val="3C3C3A"/>
                </a:solidFill>
                <a:latin typeface="Montserrat"/>
              </a:rPr>
              <a:t>Deploy production Chatwoot + agent + backend on GKE Standard + Cloud SQL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000" b="1">
                <a:solidFill>
                  <a:srgbClr val="F8485E"/>
                </a:solidFill>
                <a:latin typeface="Montserrat"/>
              </a:rPr>
              <a:t>—  </a:t>
            </a:r>
            <a:r>
              <a:rPr sz="1000" b="0">
                <a:solidFill>
                  <a:srgbClr val="3C3C3A"/>
                </a:solidFill>
                <a:latin typeface="Montserrat"/>
              </a:rPr>
              <a:t>Omnichannel: WhatsApp, Email, Social (FB/IG), Web, Voice (conversational)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000" b="1">
                <a:solidFill>
                  <a:srgbClr val="F8485E"/>
                </a:solidFill>
                <a:latin typeface="Montserrat"/>
              </a:rPr>
              <a:t>—  </a:t>
            </a:r>
            <a:r>
              <a:rPr sz="1000" b="0">
                <a:solidFill>
                  <a:srgbClr val="3C3C3A"/>
                </a:solidFill>
                <a:latin typeface="Montserrat"/>
              </a:rPr>
              <a:t>AI layer: Gemini reply drafting, same-language, KB grounding, auto-classification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000" b="1">
                <a:solidFill>
                  <a:srgbClr val="F8485E"/>
                </a:solidFill>
                <a:latin typeface="Montserrat"/>
              </a:rPr>
              <a:t>—  </a:t>
            </a:r>
            <a:r>
              <a:rPr sz="1000" b="0">
                <a:solidFill>
                  <a:srgbClr val="3C3C3A"/>
                </a:solidFill>
                <a:latin typeface="Montserrat"/>
              </a:rPr>
              <a:t>Knowledge base: migration + no-code authoring; bulk FAQ / PDF ingest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000" b="1">
                <a:solidFill>
                  <a:srgbClr val="F8485E"/>
                </a:solidFill>
                <a:latin typeface="Montserrat"/>
              </a:rPr>
              <a:t>—  </a:t>
            </a:r>
            <a:r>
              <a:rPr sz="1000" b="0">
                <a:solidFill>
                  <a:srgbClr val="3C3C3A"/>
                </a:solidFill>
                <a:latin typeface="Montserrat"/>
              </a:rPr>
              <a:t>Agent management: presence, channel-priority routing, auto-busy, My-Tasks timers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09160" y="1417320"/>
            <a:ext cx="393192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000" b="1">
                <a:solidFill>
                  <a:srgbClr val="F8485E"/>
                </a:solidFill>
                <a:latin typeface="Montserrat"/>
              </a:rPr>
              <a:t>—  </a:t>
            </a:r>
            <a:r>
              <a:rPr sz="1000" b="0">
                <a:solidFill>
                  <a:srgbClr val="3C3C3A"/>
                </a:solidFill>
                <a:latin typeface="Montserrat"/>
              </a:rPr>
              <a:t>Escalation &amp; SLA: category→PIC, email CC + WA alert, 8h/48h, WIP/Resolved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000" b="1">
                <a:solidFill>
                  <a:srgbClr val="F8485E"/>
                </a:solidFill>
                <a:latin typeface="Montserrat"/>
              </a:rPr>
              <a:t>—  </a:t>
            </a:r>
            <a:r>
              <a:rPr sz="1000" b="0">
                <a:solidFill>
                  <a:srgbClr val="3C3C3A"/>
                </a:solidFill>
                <a:latin typeface="Montserrat"/>
              </a:rPr>
              <a:t>Email escalation: auto-ack + separate internal case per Escalation Policy SOP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000" b="1">
                <a:solidFill>
                  <a:srgbClr val="F8485E"/>
                </a:solidFill>
                <a:latin typeface="Montserrat"/>
              </a:rPr>
              <a:t>—  </a:t>
            </a:r>
            <a:r>
              <a:rPr sz="1000" b="0">
                <a:solidFill>
                  <a:srgbClr val="3C3C3A"/>
                </a:solidFill>
                <a:latin typeface="Montserrat"/>
              </a:rPr>
              <a:t>Lifecycle/SOP: disclaimers, idle-close, YES/NO gate, rating surveys, auto-ack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000" b="1">
                <a:solidFill>
                  <a:srgbClr val="F8485E"/>
                </a:solidFill>
                <a:latin typeface="Montserrat"/>
              </a:rPr>
              <a:t>—  </a:t>
            </a:r>
            <a:r>
              <a:rPr sz="1000" b="0">
                <a:solidFill>
                  <a:srgbClr val="3C3C3A"/>
                </a:solidFill>
                <a:latin typeface="Montserrat"/>
              </a:rPr>
              <a:t>Customer 360: DMS + TSP two-way + 4-section 360 card (subject to API access)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000" b="1">
                <a:solidFill>
                  <a:srgbClr val="F8485E"/>
                </a:solidFill>
                <a:latin typeface="Montserrat"/>
              </a:rPr>
              <a:t>—  </a:t>
            </a:r>
            <a:r>
              <a:rPr sz="1000" b="0">
                <a:solidFill>
                  <a:srgbClr val="3C3C3A"/>
                </a:solidFill>
                <a:latin typeface="Montserrat"/>
              </a:rPr>
              <a:t>Case mgmt: hierarchical categories, per-ticket dashboard, RBAC roles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000" b="1">
                <a:solidFill>
                  <a:srgbClr val="F8485E"/>
                </a:solidFill>
                <a:latin typeface="Montserrat"/>
              </a:rPr>
              <a:t>—  </a:t>
            </a:r>
            <a:r>
              <a:rPr sz="1000" b="0">
                <a:solidFill>
                  <a:srgbClr val="3C3C3A"/>
                </a:solidFill>
                <a:latin typeface="Montserrat"/>
              </a:rPr>
              <a:t>Reporting/BI: BigQuery + Power BI, scheduled exports, anomaly alerts, NPS/CRR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000" b="1">
                <a:solidFill>
                  <a:srgbClr val="F8485E"/>
                </a:solidFill>
                <a:latin typeface="Montserrat"/>
              </a:rPr>
              <a:t>—  </a:t>
            </a:r>
            <a:r>
              <a:rPr sz="1000" b="0">
                <a:solidFill>
                  <a:srgbClr val="3C3C3A"/>
                </a:solidFill>
                <a:latin typeface="Montserrat"/>
              </a:rPr>
              <a:t>Data migration from Zendesk + Ops: monitoring, backups, multi-tenant,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590288"/>
            <a:ext cx="8138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8485E"/>
                </a:solidFill>
                <a:latin typeface="Montserrat"/>
              </a:rPr>
              <a:t>Assumptions:  </a:t>
            </a:r>
            <a:r>
              <a:rPr sz="900" b="0" i="0">
                <a:solidFill>
                  <a:srgbClr val="3C3C3A"/>
                </a:solidFill>
                <a:latin typeface="Montserrat"/>
              </a:rPr>
              <a:t>PROTON provides GCP billing/org access, DMS/TSP API + data contracts, email domain, Zendesk export, and a telephony/CTI decision.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828032"/>
            <a:ext cx="6126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8A8A88"/>
                </a:solidFill>
                <a:latin typeface="Montserrat"/>
              </a:rPr>
              <a:t>Devoteam  ·  Technical Proposal  ·  PROTON — e.MAS Customer Operations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482803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8A8A88"/>
                </a:solidFill>
                <a:latin typeface="Montserrat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256032" cy="128016"/>
          </a:xfrm>
          <a:prstGeom prst="rect">
            <a:avLst/>
          </a:prstGeom>
          <a:solidFill>
            <a:srgbClr val="F84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6576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8485E"/>
                </a:solidFill>
                <a:latin typeface="Montserrat"/>
              </a:rPr>
              <a:t>SECTION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7223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3C3C3A"/>
                </a:solidFill>
                <a:latin typeface="Montserrat"/>
              </a:rPr>
              <a:t>Out of Scope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25296"/>
            <a:ext cx="2194560" cy="38100"/>
          </a:xfrm>
          <a:prstGeom prst="rect">
            <a:avLst/>
          </a:prstGeom>
          <a:solidFill>
            <a:srgbClr val="FCC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310896"/>
            <a:ext cx="1051560" cy="31487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1554480"/>
            <a:ext cx="406908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</a:pPr>
            <a:r>
              <a:rPr sz="1100" b="1">
                <a:solidFill>
                  <a:srgbClr val="8A8A88"/>
                </a:solidFill>
                <a:latin typeface="Montserrat"/>
              </a:rPr>
              <a:t>✕  </a:t>
            </a:r>
            <a:r>
              <a:rPr sz="1100" b="0">
                <a:solidFill>
                  <a:srgbClr val="3C3C3A"/>
                </a:solidFill>
                <a:latin typeface="Montserrat"/>
              </a:rPr>
              <a:t>Telephony/PSTN carrier procurement — we integrate the CTI/provider; the phone-line contract &amp; number provisioning is PROTON's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</a:pPr>
            <a:r>
              <a:rPr sz="1100" b="1">
                <a:solidFill>
                  <a:srgbClr val="8A8A88"/>
                </a:solidFill>
                <a:latin typeface="Montserrat"/>
              </a:rPr>
              <a:t>✕  </a:t>
            </a:r>
            <a:r>
              <a:rPr sz="1100" b="0">
                <a:solidFill>
                  <a:srgbClr val="3C3C3A"/>
                </a:solidFill>
                <a:latin typeface="Montserrat"/>
              </a:rPr>
              <a:t>DMS / TSP source-system changes — we consume their APIs; internal changes are the owners' responsibility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</a:pPr>
            <a:r>
              <a:rPr sz="1100" b="1">
                <a:solidFill>
                  <a:srgbClr val="8A8A88"/>
                </a:solidFill>
                <a:latin typeface="Montserrat"/>
              </a:rPr>
              <a:t>✕  </a:t>
            </a:r>
            <a:r>
              <a:rPr sz="1100" b="0">
                <a:solidFill>
                  <a:srgbClr val="3C3C3A"/>
                </a:solidFill>
                <a:latin typeface="Montserrat"/>
              </a:rPr>
              <a:t>SSI dealer-satisfaction survey workflow — lives in the e.MAS app; the platform ingests &amp; reports SSI, but does not host that 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09160" y="1554480"/>
            <a:ext cx="393192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</a:pPr>
            <a:r>
              <a:rPr sz="1100" b="1">
                <a:solidFill>
                  <a:srgbClr val="8A8A88"/>
                </a:solidFill>
                <a:latin typeface="Montserrat"/>
              </a:rPr>
              <a:t>✕  </a:t>
            </a:r>
            <a:r>
              <a:rPr sz="1100" b="0">
                <a:solidFill>
                  <a:srgbClr val="3C3C3A"/>
                </a:solidFill>
                <a:latin typeface="Montserrat"/>
              </a:rPr>
              <a:t>Power BI licences — we connect to BigQuery; Microsoft licensing is PROTON's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</a:pPr>
            <a:r>
              <a:rPr sz="1100" b="1">
                <a:solidFill>
                  <a:srgbClr val="8A8A88"/>
                </a:solidFill>
                <a:latin typeface="Montserrat"/>
              </a:rPr>
              <a:t>✕  </a:t>
            </a:r>
            <a:r>
              <a:rPr sz="1100" b="0">
                <a:solidFill>
                  <a:srgbClr val="3C3C3A"/>
                </a:solidFill>
                <a:latin typeface="Montserrat"/>
              </a:rPr>
              <a:t>Meta business verification — required to unlock Social &amp; WhatsApp multimodal; owned by PROTON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</a:pPr>
            <a:r>
              <a:rPr sz="1100" b="1">
                <a:solidFill>
                  <a:srgbClr val="8A8A88"/>
                </a:solidFill>
                <a:latin typeface="Montserrat"/>
              </a:rPr>
              <a:t>✕  </a:t>
            </a:r>
            <a:r>
              <a:rPr sz="1100" b="0">
                <a:solidFill>
                  <a:srgbClr val="3C3C3A"/>
                </a:solidFill>
                <a:latin typeface="Montserrat"/>
              </a:rPr>
              <a:t>Ongoing FAQ/KB content authoring after handover — enabled via no-code tools, owned by PROTON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</a:pPr>
            <a:r>
              <a:rPr sz="1100" b="1">
                <a:solidFill>
                  <a:srgbClr val="8A8A88"/>
                </a:solidFill>
                <a:latin typeface="Montserrat"/>
              </a:rPr>
              <a:t>✕  </a:t>
            </a:r>
            <a:r>
              <a:rPr sz="1100" b="0">
                <a:solidFill>
                  <a:srgbClr val="3C3C3A"/>
                </a:solidFill>
                <a:latin typeface="Montserrat"/>
              </a:rPr>
              <a:t>Non-CRM business applications, custom hardware, and third-party SaaS beyond the GCP stack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828032"/>
            <a:ext cx="6126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8A8A88"/>
                </a:solidFill>
                <a:latin typeface="Montserrat"/>
              </a:rPr>
              <a:t>Devoteam  ·  Technical Proposal  ·  PROTON — e.MAS Customer Operations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482803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8A8A88"/>
                </a:solidFill>
                <a:latin typeface="Montserrat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256032" cy="128016"/>
          </a:xfrm>
          <a:prstGeom prst="rect">
            <a:avLst/>
          </a:prstGeom>
          <a:solidFill>
            <a:srgbClr val="F84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6576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8485E"/>
                </a:solidFill>
                <a:latin typeface="Montserrat"/>
              </a:rPr>
              <a:t>SECTION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7223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3C3C3A"/>
                </a:solidFill>
                <a:latin typeface="Montserrat"/>
              </a:rPr>
              <a:t>Deliverables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25296"/>
            <a:ext cx="2194560" cy="38100"/>
          </a:xfrm>
          <a:prstGeom prst="rect">
            <a:avLst/>
          </a:prstGeom>
          <a:solidFill>
            <a:srgbClr val="FCC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310896"/>
            <a:ext cx="1051560" cy="314873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417320"/>
          <a:ext cx="8138160" cy="33558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34640"/>
                <a:gridCol w="5303520"/>
              </a:tblGrid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ontserrat"/>
                        </a:rPr>
                        <a:t>Deliverable</a:t>
                      </a:r>
                    </a:p>
                  </a:txBody>
                  <a:tcPr anchor="ctr" marL="73152" marR="73152" marT="18288" marB="18288">
                    <a:solidFill>
                      <a:srgbClr val="3C3C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ontserrat"/>
                        </a:rPr>
                        <a:t>Description</a:t>
                      </a:r>
                    </a:p>
                  </a:txBody>
                  <a:tcPr anchor="ctr" marL="73152" marR="73152" marT="18288" marB="18288">
                    <a:solidFill>
                      <a:srgbClr val="3C3C3A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C3C3A"/>
                          </a:solidFill>
                          <a:latin typeface="Montserrat"/>
                        </a:rPr>
                        <a:t>Production GCP environment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C3C3A"/>
                          </a:solidFill>
                          <a:latin typeface="Montserrat"/>
                        </a:rPr>
                        <a:t>Fully provisioned, IaC-described GCP project running the platform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C3C3A"/>
                          </a:solidFill>
                          <a:latin typeface="Montserrat"/>
                        </a:rPr>
                        <a:t>Migrated CRM</a:t>
                      </a:r>
                    </a:p>
                  </a:txBody>
                  <a:tcPr anchor="ctr" marL="73152" marR="73152" marT="18288" marB="18288">
                    <a:solidFill>
                      <a:srgbClr val="DDEF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C3C3A"/>
                          </a:solidFill>
                          <a:latin typeface="Montserrat"/>
                        </a:rPr>
                        <a:t>Chatwoot with imported Zendesk tickets, contacts, KB, attachments</a:t>
                      </a:r>
                    </a:p>
                  </a:txBody>
                  <a:tcPr anchor="ctr" marL="73152" marR="73152" marT="18288" marB="18288">
                    <a:solidFill>
                      <a:srgbClr val="DDEFE7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C3C3A"/>
                          </a:solidFill>
                          <a:latin typeface="Montserrat"/>
                        </a:rPr>
                        <a:t>AI automation layer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C3C3A"/>
                          </a:solidFill>
                          <a:latin typeface="Montserrat"/>
                        </a:rPr>
                        <a:t>Gemini reply, classification, KB-grounded answers, SOP flows — live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C3C3A"/>
                          </a:solidFill>
                          <a:latin typeface="Montserrat"/>
                        </a:rPr>
                        <a:t>Email escalation</a:t>
                      </a:r>
                    </a:p>
                  </a:txBody>
                  <a:tcPr anchor="ctr" marL="73152" marR="73152" marT="18288" marB="18288">
                    <a:solidFill>
                      <a:srgbClr val="DDEF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C3C3A"/>
                          </a:solidFill>
                          <a:latin typeface="Montserrat"/>
                        </a:rPr>
                        <a:t>SOP-driven auto-ack + separate internal case forwarding</a:t>
                      </a:r>
                    </a:p>
                  </a:txBody>
                  <a:tcPr anchor="ctr" marL="73152" marR="73152" marT="18288" marB="18288">
                    <a:solidFill>
                      <a:srgbClr val="DDEFE7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C3C3A"/>
                          </a:solidFill>
                          <a:latin typeface="Montserrat"/>
                        </a:rPr>
                        <a:t>Customer 360 integration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C3C3A"/>
                          </a:solidFill>
                          <a:latin typeface="Montserrat"/>
                        </a:rPr>
                        <a:t>DMS/TSP two-way sync + 4-section 360 card (pending API access)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C3C3A"/>
                          </a:solidFill>
                          <a:latin typeface="Montserrat"/>
                        </a:rPr>
                        <a:t>Case management &amp; RBAC</a:t>
                      </a:r>
                    </a:p>
                  </a:txBody>
                  <a:tcPr anchor="ctr" marL="73152" marR="73152" marT="18288" marB="18288">
                    <a:solidFill>
                      <a:srgbClr val="DDEF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C3C3A"/>
                          </a:solidFill>
                          <a:latin typeface="Montserrat"/>
                        </a:rPr>
                        <a:t>Hierarchical categories, per-ticket dashboard, roles &amp; permissions</a:t>
                      </a:r>
                    </a:p>
                  </a:txBody>
                  <a:tcPr anchor="ctr" marL="73152" marR="73152" marT="18288" marB="18288">
                    <a:solidFill>
                      <a:srgbClr val="DDEFE7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C3C3A"/>
                          </a:solidFill>
                          <a:latin typeface="Montserrat"/>
                        </a:rPr>
                        <a:t>Reporting suite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C3C3A"/>
                          </a:solidFill>
                          <a:latin typeface="Montserrat"/>
                        </a:rPr>
                        <a:t>BigQuery + Power BI dashboards, scheduled exports, anomaly alerts, NPS/CRR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C3C3A"/>
                          </a:solidFill>
                          <a:latin typeface="Montserrat"/>
                        </a:rPr>
                        <a:t>Data-migration report</a:t>
                      </a:r>
                    </a:p>
                  </a:txBody>
                  <a:tcPr anchor="ctr" marL="73152" marR="73152" marT="18288" marB="18288">
                    <a:solidFill>
                      <a:srgbClr val="DDEF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C3C3A"/>
                          </a:solidFill>
                          <a:latin typeface="Montserrat"/>
                        </a:rPr>
                        <a:t>Record counts, fidelity validation, parallel-run results</a:t>
                      </a:r>
                    </a:p>
                  </a:txBody>
                  <a:tcPr anchor="ctr" marL="73152" marR="73152" marT="18288" marB="18288">
                    <a:solidFill>
                      <a:srgbClr val="DDEFE7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C3C3A"/>
                          </a:solidFill>
                          <a:latin typeface="Montserrat"/>
                        </a:rPr>
                        <a:t>Operations runbook &amp; training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C3C3A"/>
                          </a:solidFill>
                          <a:latin typeface="Montserrat"/>
                        </a:rPr>
                        <a:t>Deploy, backup/restore, monitoring, tenant provisioning; admin &amp; agent training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C3C3A"/>
                          </a:solidFill>
                          <a:latin typeface="Montserrat"/>
                        </a:rPr>
                        <a:t>UAT sign-off &amp; cutover</a:t>
                      </a:r>
                    </a:p>
                  </a:txBody>
                  <a:tcPr anchor="ctr" marL="73152" marR="73152" marT="18288" marB="18288">
                    <a:solidFill>
                      <a:srgbClr val="DDEF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3C3C3A"/>
                          </a:solidFill>
                          <a:latin typeface="Montserrat"/>
                        </a:rPr>
                        <a:t>Validated go-live and Zendesk decommission</a:t>
                      </a:r>
                    </a:p>
                  </a:txBody>
                  <a:tcPr anchor="ctr" marL="73152" marR="73152" marT="18288" marB="18288">
                    <a:solidFill>
                      <a:srgbClr val="DDEFE7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02920" y="4828032"/>
            <a:ext cx="6126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8A8A88"/>
                </a:solidFill>
                <a:latin typeface="Montserrat"/>
              </a:rPr>
              <a:t>Devoteam  ·  Technical Proposal  ·  PROTON — e.MAS Customer Operations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0" y="482803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8A8A88"/>
                </a:solidFill>
                <a:latin typeface="Montserrat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256032" cy="128016"/>
          </a:xfrm>
          <a:prstGeom prst="rect">
            <a:avLst/>
          </a:prstGeom>
          <a:solidFill>
            <a:srgbClr val="F84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6576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8485E"/>
                </a:solidFill>
                <a:latin typeface="Montserrat"/>
              </a:rPr>
              <a:t>SECTION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7223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3C3C3A"/>
                </a:solidFill>
                <a:latin typeface="Montserrat"/>
              </a:rPr>
              <a:t>Effort Estimate — Mandays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25296"/>
            <a:ext cx="2194560" cy="38100"/>
          </a:xfrm>
          <a:prstGeom prst="rect">
            <a:avLst/>
          </a:prstGeom>
          <a:solidFill>
            <a:srgbClr val="FCC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310896"/>
            <a:ext cx="1051560" cy="31487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1371600"/>
            <a:ext cx="81381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1">
                <a:solidFill>
                  <a:srgbClr val="8A8A88"/>
                </a:solidFill>
                <a:latin typeface="Montserrat"/>
              </a:rPr>
              <a:t>Indicative effort for the ~16-week migration + hardening + gap-closure engagement — detail in the commercial proposal.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572768"/>
          <a:ext cx="8138160" cy="288950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120640"/>
                <a:gridCol w="1920240"/>
                <a:gridCol w="1097280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Montserrat"/>
                        </a:rPr>
                        <a:t>Workstream</a:t>
                      </a:r>
                    </a:p>
                  </a:txBody>
                  <a:tcPr anchor="ctr" marL="73152" marR="73152" marT="18288" marB="18288">
                    <a:solidFill>
                      <a:srgbClr val="3C3C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Montserrat"/>
                        </a:rPr>
                        <a:t>Key roles</a:t>
                      </a:r>
                    </a:p>
                  </a:txBody>
                  <a:tcPr anchor="ctr" marL="73152" marR="73152" marT="18288" marB="18288">
                    <a:solidFill>
                      <a:srgbClr val="3C3C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Montserrat"/>
                        </a:rPr>
                        <a:t>MD</a:t>
                      </a:r>
                    </a:p>
                  </a:txBody>
                  <a:tcPr anchor="ctr" marL="73152" marR="73152" marT="18288" marB="18288">
                    <a:solidFill>
                      <a:srgbClr val="3C3C3A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Project management &amp; governance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PM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24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Discovery, design &amp; GCP landing zone (GKE Standard)</a:t>
                      </a:r>
                    </a:p>
                  </a:txBody>
                  <a:tcPr anchor="ctr" marL="73152" marR="73152" marT="18288" marB="18288">
                    <a:solidFill>
                      <a:srgbClr val="EFEE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SA · DevOps</a:t>
                      </a:r>
                    </a:p>
                  </a:txBody>
                  <a:tcPr anchor="ctr" marL="73152" marR="73152" marT="18288" marB="18288">
                    <a:solidFill>
                      <a:srgbClr val="EFEE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18</a:t>
                      </a:r>
                    </a:p>
                  </a:txBody>
                  <a:tcPr anchor="ctr" marL="73152" marR="73152" marT="18288" marB="18288">
                    <a:solidFill>
                      <a:srgbClr val="EFEEEE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Platform deploy, CI/CD &amp; data migration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DevOps · BE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26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Omnichannel integration (WA / Web / Email / Social / Voice)</a:t>
                      </a:r>
                    </a:p>
                  </a:txBody>
                  <a:tcPr anchor="ctr" marL="73152" marR="73152" marT="18288" marB="18288">
                    <a:solidFill>
                      <a:srgbClr val="EFEE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BE</a:t>
                      </a:r>
                    </a:p>
                  </a:txBody>
                  <a:tcPr anchor="ctr" marL="73152" marR="73152" marT="18288" marB="18288">
                    <a:solidFill>
                      <a:srgbClr val="EFEE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24</a:t>
                      </a:r>
                    </a:p>
                  </a:txBody>
                  <a:tcPr anchor="ctr" marL="73152" marR="73152" marT="18288" marB="18288">
                    <a:solidFill>
                      <a:srgbClr val="EFEEEE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AI layer, KB &amp; lifecycle / SOP automation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BE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28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Email escalation + Customer 360 + DMS / TSP (P1)</a:t>
                      </a:r>
                    </a:p>
                  </a:txBody>
                  <a:tcPr anchor="ctr" marL="73152" marR="73152" marT="18288" marB="18288">
                    <a:solidFill>
                      <a:srgbClr val="EFEE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BE</a:t>
                      </a:r>
                    </a:p>
                  </a:txBody>
                  <a:tcPr anchor="ctr" marL="73152" marR="73152" marT="18288" marB="18288">
                    <a:solidFill>
                      <a:srgbClr val="EFEE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34</a:t>
                      </a:r>
                    </a:p>
                  </a:txBody>
                  <a:tcPr anchor="ctr" marL="73152" marR="73152" marT="18288" marB="18288">
                    <a:solidFill>
                      <a:srgbClr val="EFEEEE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Case management, RBAC &amp; agent management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BE · FE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28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Reporting &amp; BI (BigQuery + Power BI)</a:t>
                      </a:r>
                    </a:p>
                  </a:txBody>
                  <a:tcPr anchor="ctr" marL="73152" marR="73152" marT="18288" marB="18288">
                    <a:solidFill>
                      <a:srgbClr val="EFEE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BI</a:t>
                      </a:r>
                    </a:p>
                  </a:txBody>
                  <a:tcPr anchor="ctr" marL="73152" marR="73152" marT="18288" marB="18288">
                    <a:solidFill>
                      <a:srgbClr val="EFEE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16</a:t>
                      </a:r>
                    </a:p>
                  </a:txBody>
                  <a:tcPr anchor="ctr" marL="73152" marR="73152" marT="18288" marB="18288">
                    <a:solidFill>
                      <a:srgbClr val="EFEEEE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Frontend / Chatwoot fork customization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FE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18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QA, UAT, hardening, HA, runbook &amp; training</a:t>
                      </a:r>
                    </a:p>
                  </a:txBody>
                  <a:tcPr anchor="ctr" marL="73152" marR="73152" marT="18288" marB="18288">
                    <a:solidFill>
                      <a:srgbClr val="EFEE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QA · DevOps</a:t>
                      </a:r>
                    </a:p>
                  </a:txBody>
                  <a:tcPr anchor="ctr" marL="73152" marR="73152" marT="18288" marB="18288">
                    <a:solidFill>
                      <a:srgbClr val="EFEE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36</a:t>
                      </a:r>
                    </a:p>
                  </a:txBody>
                  <a:tcPr anchor="ctr" marL="73152" marR="73152" marT="18288" marB="18288">
                    <a:solidFill>
                      <a:srgbClr val="EFEEEE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3C3C3A"/>
                          </a:solidFill>
                          <a:latin typeface="Montserrat"/>
                        </a:rPr>
                        <a:t>Total — indicative delivery effort</a:t>
                      </a:r>
                    </a:p>
                  </a:txBody>
                  <a:tcPr anchor="ctr" marL="73152" marR="73152" marT="18288" marB="18288">
                    <a:solidFill>
                      <a:srgbClr val="FDDA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3C3C3A"/>
                          </a:solidFill>
                          <a:latin typeface="Montserrat"/>
                        </a:rPr>
                        <a:t/>
                      </a:r>
                    </a:p>
                  </a:txBody>
                  <a:tcPr anchor="ctr" marL="73152" marR="73152" marT="18288" marB="18288">
                    <a:solidFill>
                      <a:srgbClr val="FDDA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3C3C3A"/>
                          </a:solidFill>
                          <a:latin typeface="Montserrat"/>
                        </a:rPr>
                        <a:t>252</a:t>
                      </a:r>
                    </a:p>
                  </a:txBody>
                  <a:tcPr anchor="ctr" marL="73152" marR="73152" marT="18288" marB="18288">
                    <a:solidFill>
                      <a:srgbClr val="FDDADE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02920" y="4572000"/>
            <a:ext cx="81381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>
                <a:solidFill>
                  <a:srgbClr val="F8485E"/>
                </a:solidFill>
                <a:latin typeface="Montserrat"/>
              </a:rPr>
              <a:t>Team:  </a:t>
            </a:r>
            <a:r>
              <a:rPr sz="850" b="0" i="0">
                <a:solidFill>
                  <a:srgbClr val="3C3C3A"/>
                </a:solidFill>
                <a:latin typeface="Montserrat"/>
              </a:rPr>
              <a:t>PM · Solution Architect / Tech Lead · Backend/AI · Frontend · Data/BI · QA (blended) — cost = mandays × blended day-rate, in the commercial proposal.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828032"/>
            <a:ext cx="6126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8A8A88"/>
                </a:solidFill>
                <a:latin typeface="Montserrat"/>
              </a:rPr>
              <a:t>Devoteam  ·  Technical Proposal  ·  PROTON — e.MAS Customer Operations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482803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8A8A88"/>
                </a:solidFill>
                <a:latin typeface="Montserrat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256032" cy="128016"/>
          </a:xfrm>
          <a:prstGeom prst="rect">
            <a:avLst/>
          </a:prstGeom>
          <a:solidFill>
            <a:srgbClr val="F84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6576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8485E"/>
                </a:solidFill>
                <a:latin typeface="Montserrat"/>
              </a:rPr>
              <a:t>SECTION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7223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3C3C3A"/>
                </a:solidFill>
                <a:latin typeface="Montserrat"/>
              </a:rPr>
              <a:t>GCP Pricing &amp; Specification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25296"/>
            <a:ext cx="2194560" cy="38100"/>
          </a:xfrm>
          <a:prstGeom prst="rect">
            <a:avLst/>
          </a:prstGeom>
          <a:solidFill>
            <a:srgbClr val="FCC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310896"/>
            <a:ext cx="1051560" cy="31487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1353312"/>
            <a:ext cx="81381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1">
                <a:solidFill>
                  <a:srgbClr val="8A8A88"/>
                </a:solidFill>
                <a:latin typeface="Montserrat"/>
              </a:rPr>
              <a:t>One production tenant · region asia-southeast1 (Singapore) — nearest full-service region; the Malaysia (KL) region is not yet GA.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609344"/>
          <a:ext cx="8138160" cy="26060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200400"/>
                <a:gridCol w="3566160"/>
                <a:gridCol w="1371600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Montserrat"/>
                        </a:rPr>
                        <a:t>Service</a:t>
                      </a:r>
                    </a:p>
                  </a:txBody>
                  <a:tcPr anchor="ctr" marL="73152" marR="73152" marT="18288" marB="18288">
                    <a:solidFill>
                      <a:srgbClr val="3C3C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Montserrat"/>
                        </a:rPr>
                        <a:t>Specification</a:t>
                      </a:r>
                    </a:p>
                  </a:txBody>
                  <a:tcPr anchor="ctr" marL="73152" marR="73152" marT="18288" marB="18288">
                    <a:solidFill>
                      <a:srgbClr val="3C3C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Montserrat"/>
                        </a:rPr>
                        <a:t>USD / mo</a:t>
                      </a:r>
                    </a:p>
                  </a:txBody>
                  <a:tcPr anchor="ctr" marL="73152" marR="73152" marT="18288" marB="18288">
                    <a:solidFill>
                      <a:srgbClr val="3C3C3A"/>
                    </a:solidFill>
                  </a:tcPr>
                </a:tc>
              </a:tr>
              <a:tr h="233172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GKE Standard — cluster fee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Regional cluster ($0.10/hr)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73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233172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GKE Standard — nodes</a:t>
                      </a:r>
                    </a:p>
                  </a:txBody>
                  <a:tcPr anchor="ctr" marL="73152" marR="73152" marT="18288" marB="18288">
                    <a:solidFill>
                      <a:srgbClr val="DAE8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3 × e2-standard-4 (4 vCPU / 16 GB)</a:t>
                      </a:r>
                    </a:p>
                  </a:txBody>
                  <a:tcPr anchor="ctr" marL="73152" marR="73152" marT="18288" marB="18288">
                    <a:solidFill>
                      <a:srgbClr val="DAE8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362</a:t>
                      </a:r>
                    </a:p>
                  </a:txBody>
                  <a:tcPr anchor="ctr" marL="73152" marR="73152" marT="18288" marB="18288">
                    <a:solidFill>
                      <a:srgbClr val="DAE8F4"/>
                    </a:solidFill>
                  </a:tcPr>
                </a:tc>
              </a:tr>
              <a:tr h="233172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Cloud SQL — PostgreSQL (HA)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2 vCPU / 8 GB · 100 GB SSD · regional HA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300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233172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Memorystore — Redis (HA)</a:t>
                      </a:r>
                    </a:p>
                  </a:txBody>
                  <a:tcPr anchor="ctr" marL="73152" marR="73152" marT="18288" marB="18288">
                    <a:solidFill>
                      <a:srgbClr val="DAE8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Standard tier · 4 GB</a:t>
                      </a:r>
                    </a:p>
                  </a:txBody>
                  <a:tcPr anchor="ctr" marL="73152" marR="73152" marT="18288" marB="18288">
                    <a:solidFill>
                      <a:srgbClr val="DAE8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181</a:t>
                      </a:r>
                    </a:p>
                  </a:txBody>
                  <a:tcPr anchor="ctr" marL="73152" marR="73152" marT="18288" marB="18288">
                    <a:solidFill>
                      <a:srgbClr val="DAE8F4"/>
                    </a:solidFill>
                  </a:tcPr>
                </a:tc>
              </a:tr>
              <a:tr h="233172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Vertex AI (Gemini 2.5 Flash + Search)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usage · ~5k conversations / queries mo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51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233172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Cloud Storage</a:t>
                      </a:r>
                    </a:p>
                  </a:txBody>
                  <a:tcPr anchor="ctr" marL="73152" marR="73152" marT="18288" marB="18288">
                    <a:solidFill>
                      <a:srgbClr val="DAE8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100 GB standard + egress</a:t>
                      </a:r>
                    </a:p>
                  </a:txBody>
                  <a:tcPr anchor="ctr" marL="73152" marR="73152" marT="18288" marB="18288">
                    <a:solidFill>
                      <a:srgbClr val="DAE8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8</a:t>
                      </a:r>
                    </a:p>
                  </a:txBody>
                  <a:tcPr anchor="ctr" marL="73152" marR="73152" marT="18288" marB="18288">
                    <a:solidFill>
                      <a:srgbClr val="DAE8F4"/>
                    </a:solidFill>
                  </a:tcPr>
                </a:tc>
              </a:tr>
              <a:tr h="233172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Networking (Load Balancer + egress)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1 forwarding rule + ~100 GB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32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233172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Cloud Logging + Monitoring</a:t>
                      </a:r>
                    </a:p>
                  </a:txBody>
                  <a:tcPr anchor="ctr" marL="73152" marR="73152" marT="18288" marB="18288">
                    <a:solidFill>
                      <a:srgbClr val="DAE8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~100 GB ingest / mo</a:t>
                      </a:r>
                    </a:p>
                  </a:txBody>
                  <a:tcPr anchor="ctr" marL="73152" marR="73152" marT="18288" marB="18288">
                    <a:solidFill>
                      <a:srgbClr val="DAE8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25</a:t>
                      </a:r>
                    </a:p>
                  </a:txBody>
                  <a:tcPr anchor="ctr" marL="73152" marR="73152" marT="18288" marB="18288">
                    <a:solidFill>
                      <a:srgbClr val="DAE8F4"/>
                    </a:solidFill>
                  </a:tcPr>
                </a:tc>
              </a:tr>
              <a:tr h="233172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Secret Mgr · Artifact Reg · Build · BigQuery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combined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3C3C3A"/>
                          </a:solidFill>
                          <a:latin typeface="Montserrat"/>
                        </a:rPr>
                        <a:t>17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233172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3C3C3A"/>
                          </a:solidFill>
                          <a:latin typeface="Montserrat"/>
                        </a:rPr>
                        <a:t>Total — indicative, on-demand</a:t>
                      </a:r>
                    </a:p>
                  </a:txBody>
                  <a:tcPr anchor="ctr" marL="73152" marR="73152" marT="18288" marB="18288">
                    <a:solidFill>
                      <a:srgbClr val="FDDA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3C3C3A"/>
                          </a:solidFill>
                          <a:latin typeface="Montserrat"/>
                        </a:rPr>
                        <a:t>one production tenant</a:t>
                      </a:r>
                    </a:p>
                  </a:txBody>
                  <a:tcPr anchor="ctr" marL="73152" marR="73152" marT="18288" marB="18288">
                    <a:solidFill>
                      <a:srgbClr val="FDDA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3C3C3A"/>
                          </a:solidFill>
                          <a:latin typeface="Montserrat"/>
                        </a:rPr>
                        <a:t>1,049</a:t>
                      </a:r>
                    </a:p>
                  </a:txBody>
                  <a:tcPr anchor="ctr" marL="73152" marR="73152" marT="18288" marB="18288">
                    <a:solidFill>
                      <a:srgbClr val="FDDADE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02920" y="4334256"/>
            <a:ext cx="8138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F8485E"/>
                </a:solidFill>
                <a:latin typeface="Montserrat"/>
              </a:rPr>
              <a:t>1-year committed-use discount </a:t>
            </a:r>
            <a:r>
              <a:rPr sz="900" b="0" i="0">
                <a:solidFill>
                  <a:srgbClr val="3C3C3A"/>
                </a:solidFill>
                <a:latin typeface="Montserrat"/>
              </a:rPr>
              <a:t>lowers compute to ~$233/mo → total ≈ $920/mo · multi-tenant scales node-pool + Cloud SQL per tenant.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8A8A88"/>
                </a:solidFill>
                <a:latin typeface="Montserrat"/>
              </a:rPr>
              <a:t>Indicative GCP list price (Jul 2026); excludes negotiated discounts, taxes &amp; Google program funding · AI lines usage-based.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828032"/>
            <a:ext cx="6126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8A8A88"/>
                </a:solidFill>
                <a:latin typeface="Montserrat"/>
              </a:rPr>
              <a:t>Devoteam  ·  Technical Proposal  ·  PROTON — e.MAS Customer Operations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482803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8A8A88"/>
                </a:solidFill>
                <a:latin typeface="Montserrat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256032" cy="128016"/>
          </a:xfrm>
          <a:prstGeom prst="rect">
            <a:avLst/>
          </a:prstGeom>
          <a:solidFill>
            <a:srgbClr val="F84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6576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8485E"/>
                </a:solidFill>
                <a:latin typeface="Montserrat"/>
              </a:rPr>
              <a:t>SECTION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7223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3C3C3A"/>
                </a:solidFill>
                <a:latin typeface="Montserrat"/>
              </a:rPr>
              <a:t>Google Program Funding — Exploratory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25296"/>
            <a:ext cx="2194560" cy="38100"/>
          </a:xfrm>
          <a:prstGeom prst="rect">
            <a:avLst/>
          </a:prstGeom>
          <a:solidFill>
            <a:srgbClr val="FCC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310896"/>
            <a:ext cx="1051560" cy="314873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02920" y="1481328"/>
            <a:ext cx="3977639" cy="2468880"/>
          </a:xfrm>
          <a:prstGeom prst="rect">
            <a:avLst/>
          </a:prstGeom>
          <a:solidFill>
            <a:srgbClr val="DAE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591056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4A8CCA"/>
                </a:solidFill>
                <a:latin typeface="Montserrat"/>
              </a:rPr>
              <a:t>WHAT IT 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956816"/>
            <a:ext cx="3611880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1050" b="1">
                <a:solidFill>
                  <a:srgbClr val="4A8CCA"/>
                </a:solidFill>
                <a:latin typeface="Montserrat"/>
              </a:rPr>
              <a:t>—  </a:t>
            </a:r>
            <a:r>
              <a:rPr sz="1050" b="1">
                <a:solidFill>
                  <a:srgbClr val="3C3C3A"/>
                </a:solidFill>
                <a:latin typeface="Montserrat"/>
              </a:rPr>
              <a:t>Partner-backed programs </a:t>
            </a:r>
            <a:r>
              <a:rPr sz="1050" b="0">
                <a:solidFill>
                  <a:srgbClr val="3C3C3A"/>
                </a:solidFill>
                <a:latin typeface="Montserrat"/>
              </a:rPr>
              <a:t>— Google runs funding &amp; credit programs for customers modernizing on Google Cloud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1050" b="1">
                <a:solidFill>
                  <a:srgbClr val="4A8CCA"/>
                </a:solidFill>
                <a:latin typeface="Montserrat"/>
              </a:rPr>
              <a:t>—  </a:t>
            </a:r>
            <a:r>
              <a:rPr sz="1050" b="1">
                <a:solidFill>
                  <a:srgbClr val="3C3C3A"/>
                </a:solidFill>
                <a:latin typeface="Montserrat"/>
              </a:rPr>
              <a:t>Could offset cost </a:t>
            </a:r>
            <a:r>
              <a:rPr sz="1050" b="0">
                <a:solidFill>
                  <a:srgbClr val="3C3C3A"/>
                </a:solidFill>
                <a:latin typeface="Montserrat"/>
              </a:rPr>
              <a:t>— development and/or cloud infrastructure spend for this engagement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1050" b="1">
                <a:solidFill>
                  <a:srgbClr val="4A8CCA"/>
                </a:solidFill>
                <a:latin typeface="Montserrat"/>
              </a:rPr>
              <a:t>—  </a:t>
            </a:r>
            <a:r>
              <a:rPr sz="1050" b="1">
                <a:solidFill>
                  <a:srgbClr val="3C3C3A"/>
                </a:solidFill>
                <a:latin typeface="Montserrat"/>
              </a:rPr>
              <a:t>Google's call </a:t>
            </a:r>
            <a:r>
              <a:rPr sz="1050" b="0">
                <a:solidFill>
                  <a:srgbClr val="3C3C3A"/>
                </a:solidFill>
                <a:latin typeface="Montserrat"/>
              </a:rPr>
              <a:t>— availability and amount depend on Google's own review, not Devoteam's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63440" y="1481328"/>
            <a:ext cx="3977639" cy="2468880"/>
          </a:xfrm>
          <a:prstGeom prst="rect">
            <a:avLst/>
          </a:prstGeom>
          <a:solidFill>
            <a:srgbClr val="DDE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20" y="1591056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5AB891"/>
                </a:solidFill>
                <a:latin typeface="Montserrat"/>
              </a:rPr>
              <a:t>HOW IT WORKS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1956816"/>
            <a:ext cx="3611880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1050" b="1">
                <a:solidFill>
                  <a:srgbClr val="5AB891"/>
                </a:solidFill>
                <a:latin typeface="Montserrat"/>
              </a:rPr>
              <a:t>—  </a:t>
            </a:r>
            <a:r>
              <a:rPr sz="1050" b="1">
                <a:solidFill>
                  <a:srgbClr val="3C3C3A"/>
                </a:solidFill>
                <a:latin typeface="Montserrat"/>
              </a:rPr>
              <a:t>Caroline opens the door </a:t>
            </a:r>
            <a:r>
              <a:rPr sz="1050" b="0">
                <a:solidFill>
                  <a:srgbClr val="3C3C3A"/>
                </a:solidFill>
                <a:latin typeface="Montserrat"/>
              </a:rPr>
              <a:t>— starts the conversation with Google, in parallel with this proposal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1050" b="1">
                <a:solidFill>
                  <a:srgbClr val="5AB891"/>
                </a:solidFill>
                <a:latin typeface="Montserrat"/>
              </a:rPr>
              <a:t>—  </a:t>
            </a:r>
            <a:r>
              <a:rPr sz="1050" b="1">
                <a:solidFill>
                  <a:srgbClr val="3C3C3A"/>
                </a:solidFill>
                <a:latin typeface="Montserrat"/>
              </a:rPr>
              <a:t>We support if asked </a:t>
            </a:r>
            <a:r>
              <a:rPr sz="1050" b="0">
                <a:solidFill>
                  <a:srgbClr val="3C3C3A"/>
                </a:solidFill>
                <a:latin typeface="Montserrat"/>
              </a:rPr>
              <a:t>— Devoteam provides technical scoping / use-case details on request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1050" b="1">
                <a:solidFill>
                  <a:srgbClr val="5AB891"/>
                </a:solidFill>
                <a:latin typeface="Montserrat"/>
              </a:rPr>
              <a:t>—  </a:t>
            </a:r>
            <a:r>
              <a:rPr sz="1050" b="1">
                <a:solidFill>
                  <a:srgbClr val="3C3C3A"/>
                </a:solidFill>
                <a:latin typeface="Montserrat"/>
              </a:rPr>
              <a:t>Your role </a:t>
            </a:r>
            <a:r>
              <a:rPr sz="1050" b="0">
                <a:solidFill>
                  <a:srgbClr val="3C3C3A"/>
                </a:solidFill>
                <a:latin typeface="Montserrat"/>
              </a:rPr>
              <a:t>— confirm interest and share any account details Google's team needs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4114800"/>
            <a:ext cx="8138160" cy="502920"/>
          </a:xfrm>
          <a:prstGeom prst="rect">
            <a:avLst/>
          </a:prstGeom>
          <a:solidFill>
            <a:srgbClr val="EFEA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4114800"/>
            <a:ext cx="77724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F8485E"/>
                </a:solidFill>
                <a:latin typeface="Montserrat"/>
              </a:rPr>
              <a:t>Exploratory only — </a:t>
            </a:r>
            <a:r>
              <a:rPr sz="1050" b="0" i="0">
                <a:solidFill>
                  <a:srgbClr val="3C3C3A"/>
                </a:solidFill>
                <a:latin typeface="Montserrat"/>
              </a:rPr>
              <a:t>not guaranteed, and this proposal's scope, timeline and pricing do not depend on it.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828032"/>
            <a:ext cx="6126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8A8A88"/>
                </a:solidFill>
                <a:latin typeface="Montserrat"/>
              </a:rPr>
              <a:t>Devoteam  ·  Technical Proposal  ·  PROTON — e.MAS Customer Operations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482803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8A8A88"/>
                </a:solidFill>
                <a:latin typeface="Montserrat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256032" cy="128016"/>
          </a:xfrm>
          <a:prstGeom prst="rect">
            <a:avLst/>
          </a:prstGeom>
          <a:solidFill>
            <a:srgbClr val="F84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6576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8485E"/>
                </a:solidFill>
                <a:latin typeface="Montserrat"/>
              </a:rPr>
              <a:t>SECTION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7223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3C3C3A"/>
                </a:solidFill>
                <a:latin typeface="Montserrat"/>
              </a:rPr>
              <a:t>Engagement &amp; Next Steps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25296"/>
            <a:ext cx="2194560" cy="38100"/>
          </a:xfrm>
          <a:prstGeom prst="rect">
            <a:avLst/>
          </a:prstGeom>
          <a:solidFill>
            <a:srgbClr val="FCC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310896"/>
            <a:ext cx="1051560" cy="31487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1463040"/>
            <a:ext cx="4114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8485E"/>
                </a:solidFill>
                <a:latin typeface="Montserrat"/>
              </a:rPr>
              <a:t>NEXT STEPS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810512"/>
            <a:ext cx="4114800" cy="2651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1100"/>
              </a:spcAft>
            </a:pPr>
            <a:r>
              <a:rPr sz="1100" b="1">
                <a:solidFill>
                  <a:srgbClr val="F8485E"/>
                </a:solidFill>
                <a:latin typeface="Montserrat"/>
              </a:rPr>
              <a:t>—  </a:t>
            </a:r>
            <a:r>
              <a:rPr sz="1100" b="1">
                <a:solidFill>
                  <a:srgbClr val="3C3C3A"/>
                </a:solidFill>
                <a:latin typeface="Montserrat"/>
              </a:rPr>
              <a:t>One tailored proposal </a:t>
            </a:r>
            <a:r>
              <a:rPr sz="1100" b="0">
                <a:solidFill>
                  <a:srgbClr val="3C3C3A"/>
                </a:solidFill>
                <a:latin typeface="Montserrat"/>
              </a:rPr>
              <a:t>— Devoteam compiles &amp; tailors all your requirements (target: next week)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1100"/>
              </a:spcAft>
            </a:pPr>
            <a:r>
              <a:rPr sz="1100" b="1">
                <a:solidFill>
                  <a:srgbClr val="F8485E"/>
                </a:solidFill>
                <a:latin typeface="Montserrat"/>
              </a:rPr>
              <a:t>—  </a:t>
            </a:r>
            <a:r>
              <a:rPr sz="1100" b="1">
                <a:solidFill>
                  <a:srgbClr val="3C3C3A"/>
                </a:solidFill>
                <a:latin typeface="Montserrat"/>
              </a:rPr>
              <a:t>Parallel Google track </a:t>
            </a:r>
            <a:r>
              <a:rPr sz="1100" b="0">
                <a:solidFill>
                  <a:srgbClr val="3C3C3A"/>
                </a:solidFill>
                <a:latin typeface="Montserrat"/>
              </a:rPr>
              <a:t>— Caroline opens the solution discussion with Google (funding + delivery — see previous page)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1100"/>
              </a:spcAft>
            </a:pPr>
            <a:r>
              <a:rPr sz="1100" b="1">
                <a:solidFill>
                  <a:srgbClr val="F8485E"/>
                </a:solidFill>
                <a:latin typeface="Montserrat"/>
              </a:rPr>
              <a:t>—  </a:t>
            </a:r>
            <a:r>
              <a:rPr sz="1100" b="1">
                <a:solidFill>
                  <a:srgbClr val="3C3C3A"/>
                </a:solidFill>
                <a:latin typeface="Montserrat"/>
              </a:rPr>
              <a:t>You share </a:t>
            </a:r>
            <a:r>
              <a:rPr sz="1100" b="0">
                <a:solidFill>
                  <a:srgbClr val="3C3C3A"/>
                </a:solidFill>
                <a:latin typeface="Montserrat"/>
              </a:rPr>
              <a:t>— report / visualization examples + the Escalation Policy SOP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1100"/>
              </a:spcAft>
            </a:pPr>
            <a:r>
              <a:rPr sz="1100" b="1">
                <a:solidFill>
                  <a:srgbClr val="F8485E"/>
                </a:solidFill>
                <a:latin typeface="Montserrat"/>
              </a:rPr>
              <a:t>—  </a:t>
            </a:r>
            <a:r>
              <a:rPr sz="1100" b="1">
                <a:solidFill>
                  <a:srgbClr val="3C3C3A"/>
                </a:solidFill>
                <a:latin typeface="Montserrat"/>
              </a:rPr>
              <a:t>You confirm </a:t>
            </a:r>
            <a:r>
              <a:rPr sz="1100" b="0">
                <a:solidFill>
                  <a:srgbClr val="3C3C3A"/>
                </a:solidFill>
                <a:latin typeface="Montserrat"/>
              </a:rPr>
              <a:t>— proposal meets expectations, then we schedule kick-off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60" y="1481328"/>
            <a:ext cx="3931920" cy="2432304"/>
          </a:xfrm>
          <a:prstGeom prst="rect">
            <a:avLst/>
          </a:prstGeom>
          <a:solidFill>
            <a:srgbClr val="FD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92040" y="1591056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8485E"/>
                </a:solidFill>
                <a:latin typeface="Montserrat"/>
              </a:rPr>
              <a:t>KNOWN DELTAS BEING CLOSED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92040" y="1956816"/>
            <a:ext cx="356616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050" b="1">
                <a:solidFill>
                  <a:srgbClr val="F8485E"/>
                </a:solidFill>
                <a:latin typeface="Montserrat"/>
              </a:rPr>
              <a:t>—  </a:t>
            </a:r>
            <a:r>
              <a:rPr sz="1050" b="1">
                <a:solidFill>
                  <a:srgbClr val="3C3C3A"/>
                </a:solidFill>
                <a:latin typeface="Montserrat"/>
              </a:rPr>
              <a:t>Email · Voice-note · Image </a:t>
            </a:r>
            <a:r>
              <a:rPr sz="1050" b="0">
                <a:solidFill>
                  <a:srgbClr val="3C3C3A"/>
                </a:solidFill>
                <a:latin typeface="Montserrat"/>
              </a:rPr>
              <a:t>— the three items still to complete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050" b="1">
                <a:solidFill>
                  <a:srgbClr val="F8485E"/>
                </a:solidFill>
                <a:latin typeface="Montserrat"/>
              </a:rPr>
              <a:t>—  </a:t>
            </a:r>
            <a:r>
              <a:rPr sz="1050" b="1">
                <a:solidFill>
                  <a:srgbClr val="3C3C3A"/>
                </a:solidFill>
                <a:latin typeface="Montserrat"/>
              </a:rPr>
              <a:t>Everything else </a:t>
            </a:r>
            <a:r>
              <a:rPr sz="1050" b="0">
                <a:solidFill>
                  <a:srgbClr val="3C3C3A"/>
                </a:solidFill>
                <a:latin typeface="Montserrat"/>
              </a:rPr>
              <a:t>aligns to your expectations today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828032"/>
            <a:ext cx="6126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8A8A88"/>
                </a:solidFill>
                <a:latin typeface="Montserrat"/>
              </a:rPr>
              <a:t>Devoteam  ·  Technical Proposal  ·  PROTON — e.MAS Customer Operations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482803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8A8A88"/>
                </a:solidFill>
                <a:latin typeface="Montserrat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3C3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19456" cy="5143500"/>
          </a:xfrm>
          <a:prstGeom prst="rect">
            <a:avLst/>
          </a:prstGeom>
          <a:solidFill>
            <a:srgbClr val="F848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4443984"/>
            <a:ext cx="9144000" cy="91440"/>
          </a:xfrm>
          <a:prstGeom prst="rect">
            <a:avLst/>
          </a:prstGeom>
          <a:solidFill>
            <a:srgbClr val="FCC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58368"/>
            <a:ext cx="7863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 i="0">
                <a:solidFill>
                  <a:srgbClr val="FFFFFF"/>
                </a:solidFill>
                <a:latin typeface="Montserrat"/>
              </a:rPr>
              <a:t>Why This Works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353312"/>
            <a:ext cx="2194560" cy="38100"/>
          </a:xfrm>
          <a:prstGeom prst="rect">
            <a:avLst/>
          </a:prstGeom>
          <a:solidFill>
            <a:srgbClr val="FCC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664208"/>
            <a:ext cx="777240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1100"/>
              </a:spcAft>
            </a:pPr>
            <a:r>
              <a:rPr sz="1300" b="1">
                <a:solidFill>
                  <a:srgbClr val="FCC354"/>
                </a:solidFill>
                <a:latin typeface="Montserrat"/>
              </a:rPr>
              <a:t>—  </a:t>
            </a:r>
            <a:r>
              <a:rPr sz="1300" b="1">
                <a:solidFill>
                  <a:srgbClr val="FFFFFF"/>
                </a:solidFill>
                <a:latin typeface="Montserrat"/>
              </a:rPr>
              <a:t>Proven live — </a:t>
            </a:r>
            <a:r>
              <a:rPr sz="1300" b="0">
                <a:solidFill>
                  <a:srgbClr val="FFFFFF"/>
                </a:solidFill>
                <a:latin typeface="Montserrat"/>
              </a:rPr>
              <a:t>demonstrated against your SOP on 28 Jul 2026: migration + hardening, not invention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1100"/>
              </a:spcAft>
            </a:pPr>
            <a:r>
              <a:rPr sz="1300" b="1">
                <a:solidFill>
                  <a:srgbClr val="FCC354"/>
                </a:solidFill>
                <a:latin typeface="Montserrat"/>
              </a:rPr>
              <a:t>—  </a:t>
            </a:r>
            <a:r>
              <a:rPr sz="1300" b="1">
                <a:solidFill>
                  <a:srgbClr val="FFFFFF"/>
                </a:solidFill>
                <a:latin typeface="Montserrat"/>
              </a:rPr>
              <a:t>Open + owned — </a:t>
            </a:r>
            <a:r>
              <a:rPr sz="1300" b="0">
                <a:solidFill>
                  <a:srgbClr val="FFFFFF"/>
                </a:solidFill>
                <a:latin typeface="Montserrat"/>
              </a:rPr>
              <a:t>no per-seat lock-in; PROTON controls the data, the AI, and the roadmap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1100"/>
              </a:spcAft>
            </a:pPr>
            <a:r>
              <a:rPr sz="1300" b="1">
                <a:solidFill>
                  <a:srgbClr val="FCC354"/>
                </a:solidFill>
                <a:latin typeface="Montserrat"/>
              </a:rPr>
              <a:t>—  </a:t>
            </a:r>
            <a:r>
              <a:rPr sz="1300" b="1">
                <a:solidFill>
                  <a:srgbClr val="FFFFFF"/>
                </a:solidFill>
                <a:latin typeface="Montserrat"/>
              </a:rPr>
              <a:t>AI-native on Google — </a:t>
            </a:r>
            <a:r>
              <a:rPr sz="1300" b="0">
                <a:solidFill>
                  <a:srgbClr val="FFFFFF"/>
                </a:solidFill>
                <a:latin typeface="Montserrat"/>
              </a:rPr>
              <a:t>Gemini + Vertex AI, grounded on your knowledge; measurable deflection &amp; faster resolution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1100"/>
              </a:spcAft>
            </a:pPr>
            <a:r>
              <a:rPr sz="1300" b="1">
                <a:solidFill>
                  <a:srgbClr val="FCC354"/>
                </a:solidFill>
                <a:latin typeface="Montserrat"/>
              </a:rPr>
              <a:t>—  </a:t>
            </a:r>
            <a:r>
              <a:rPr sz="1300" b="1">
                <a:solidFill>
                  <a:srgbClr val="FFFFFF"/>
                </a:solidFill>
                <a:latin typeface="Montserrat"/>
              </a:rPr>
              <a:t>Cost-down, capability-up — </a:t>
            </a:r>
            <a:r>
              <a:rPr sz="1300" b="0">
                <a:solidFill>
                  <a:srgbClr val="FFFFFF"/>
                </a:solidFill>
                <a:latin typeface="Montserrat"/>
              </a:rPr>
              <a:t>managed infrastructure you scale on your terms, with Google funding being explored in parallel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114800"/>
            <a:ext cx="78638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CA2AE"/>
                </a:solidFill>
                <a:latin typeface="Montserrat"/>
              </a:rPr>
              <a:t>Cost  ·  Ownership  ·  Speed  ·  Proven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4320540"/>
            <a:ext cx="1371600" cy="40518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Devoteam - AI-driven tech consulting">
  <a:themeElements>
    <a:clrScheme name="Simple Light">
      <a:dk1>
        <a:srgbClr val="3C3C3A"/>
      </a:dk1>
      <a:lt1>
        <a:srgbClr val="FFFFFF"/>
      </a:lt1>
      <a:dk2>
        <a:srgbClr val="3C3C3A"/>
      </a:dk2>
      <a:lt2>
        <a:srgbClr val="F8485E"/>
      </a:lt2>
      <a:accent1>
        <a:srgbClr val="F8485E"/>
      </a:accent1>
      <a:accent2>
        <a:srgbClr val="FCA2AE"/>
      </a:accent2>
      <a:accent3>
        <a:srgbClr val="FDDADE"/>
      </a:accent3>
      <a:accent4>
        <a:srgbClr val="D7EBE7"/>
      </a:accent4>
      <a:accent5>
        <a:srgbClr val="EFEADC"/>
      </a:accent5>
      <a:accent6>
        <a:srgbClr val="EFEEEE"/>
      </a:accent6>
      <a:hlink>
        <a:srgbClr val="F8485E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