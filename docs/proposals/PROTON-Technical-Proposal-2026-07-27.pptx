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0" r:id="rId4"/>
  </p:sldMasterIdLst>
  <p:notesMasterIdLst>
    <p:notesMasterId r:id="rId5"/>
  </p:notesMasterIdLst>
  <p:sldIdLst>
    <p:sldId id="256" r:id="rId6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</p:sldIdLst>
  <p:sldSz cy="5143500" cx="9144000"/>
  <p:notesSz cx="6858000" cy="9144000"/>
  <p:embeddedFontLst>
    <p:embeddedFont>
      <p:font typeface="Montserrat SemiBold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Montserrat Medium"/>
      <p:regular r:id="rId45"/>
      <p:bold r:id="rId46"/>
      <p:italic r:id="rId47"/>
      <p:boldItalic r:id="rId48"/>
    </p:embeddedFont>
    <p:embeddedFont>
      <p:font typeface="Montserrat Light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AA66CA-2F14-4792-A2AB-05E94E8730DD}">
  <a:tblStyle styleId="{62AA66CA-2F14-4792-A2AB-05E94E8730D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B91514BC-4530-4DB9-818D-39566C5A235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7" Type="http://schemas.openxmlformats.org/officeDocument/2006/relationships/font" Target="fonts/MontserratSemiBold-regular.fntdata"/><Relationship Id="rId38" Type="http://schemas.openxmlformats.org/officeDocument/2006/relationships/font" Target="fonts/MontserratSemiBold-bold.fntdata"/><Relationship Id="rId39" Type="http://schemas.openxmlformats.org/officeDocument/2006/relationships/font" Target="fonts/MontserratSemiBold-italic.fntdata"/><Relationship Id="rId40" Type="http://schemas.openxmlformats.org/officeDocument/2006/relationships/font" Target="fonts/MontserratSemiBold-boldItalic.fntdata"/><Relationship Id="rId41" Type="http://schemas.openxmlformats.org/officeDocument/2006/relationships/font" Target="fonts/Montserrat-regular.fntdata"/><Relationship Id="rId42" Type="http://schemas.openxmlformats.org/officeDocument/2006/relationships/font" Target="fonts/Montserrat-bold.fntdata"/><Relationship Id="rId43" Type="http://schemas.openxmlformats.org/officeDocument/2006/relationships/font" Target="fonts/Montserrat-italic.fntdata"/><Relationship Id="rId44" Type="http://schemas.openxmlformats.org/officeDocument/2006/relationships/font" Target="fonts/Montserrat-boldItalic.fntdata"/><Relationship Id="rId45" Type="http://schemas.openxmlformats.org/officeDocument/2006/relationships/font" Target="fonts/MontserratMedium-regular.fntdata"/><Relationship Id="rId46" Type="http://schemas.openxmlformats.org/officeDocument/2006/relationships/font" Target="fonts/MontserratMedium-bold.fntdata"/><Relationship Id="rId47" Type="http://schemas.openxmlformats.org/officeDocument/2006/relationships/font" Target="fonts/MontserratMedium-italic.fntdata"/><Relationship Id="rId48" Type="http://schemas.openxmlformats.org/officeDocument/2006/relationships/font" Target="fonts/MontserratMedium-boldItalic.fntdata"/><Relationship Id="rId49" Type="http://schemas.openxmlformats.org/officeDocument/2006/relationships/font" Target="fonts/MontserratLight-regular.fntdata"/><Relationship Id="rId50" Type="http://schemas.openxmlformats.org/officeDocument/2006/relationships/font" Target="fonts/MontserratLight-bold.fntdata"/><Relationship Id="rId51" Type="http://schemas.openxmlformats.org/officeDocument/2006/relationships/font" Target="fonts/MontserratLight-italic.fntdata"/><Relationship Id="rId52" Type="http://schemas.openxmlformats.org/officeDocument/2006/relationships/font" Target="fonts/MontserratLigh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ebb9eb642a_0_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2ebb9eb642a_0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jpg"/><Relationship Id="rId3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opener">
  <p:cSld name="CUSTOM_27_1_2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050" y="2288010"/>
            <a:ext cx="1915203" cy="567333"/>
          </a:xfrm>
          <a:prstGeom prst="rect">
            <a:avLst/>
          </a:prstGeom>
          <a:noFill/>
          <a:ln>
            <a:noFill/>
          </a:ln>
          <a:effectLst>
            <a:outerShdw blurRad="171450" rotWithShape="0" algn="bl">
              <a:schemeClr val="dk1"/>
            </a:outerShdw>
          </a:effectLst>
        </p:spPr>
      </p:pic>
      <p:sp>
        <p:nvSpPr>
          <p:cNvPr id="12" name="Google Shape;12;p2"/>
          <p:cNvSpPr txBox="1"/>
          <p:nvPr/>
        </p:nvSpPr>
        <p:spPr>
          <a:xfrm>
            <a:off x="1880050" y="2457450"/>
            <a:ext cx="5383500" cy="220500"/>
          </a:xfrm>
          <a:prstGeom prst="rect">
            <a:avLst/>
          </a:prstGeom>
          <a:noFill/>
          <a:ln>
            <a:noFill/>
          </a:ln>
          <a:effectLst>
            <a:outerShdw blurRad="528638" rotWithShape="0" algn="bl">
              <a:schemeClr val="dk2"/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with image placeholder">
  <p:cSld name="CUSTOM_27_1_1_1_2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000" y="473100"/>
            <a:ext cx="1425685" cy="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540000" y="1608950"/>
            <a:ext cx="45447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39875" y="1260000"/>
            <a:ext cx="4544700" cy="1935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2" type="body"/>
          </p:nvPr>
        </p:nvSpPr>
        <p:spPr>
          <a:xfrm>
            <a:off x="540000" y="3287800"/>
            <a:ext cx="4544700" cy="7266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8" name="Google Shape;18;p3"/>
          <p:cNvSpPr/>
          <p:nvPr>
            <p:ph idx="3" type="pic"/>
          </p:nvPr>
        </p:nvSpPr>
        <p:spPr>
          <a:xfrm>
            <a:off x="52045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" name="Google Shape;19;p3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_1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-2353025" y="-824250"/>
            <a:ext cx="6800400" cy="680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40000" y="561900"/>
            <a:ext cx="3248700" cy="402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Medium"/>
              <a:buNone/>
              <a:defRPr sz="3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800600" y="561900"/>
            <a:ext cx="3803700" cy="402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  <p15:guide id="2" orient="horz" pos="354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only">
  <p:cSld name="TITLE_1_1_4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header, text">
  <p:cSld name="TITLE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2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text">
  <p:cSld name="TITLE_1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40000" y="1080000"/>
            <a:ext cx="8064000" cy="35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">
  <p:cSld name="TITLE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543231" y="1080000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541875" y="1348000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3" type="subTitle"/>
          </p:nvPr>
        </p:nvSpPr>
        <p:spPr>
          <a:xfrm>
            <a:off x="4791593" y="1080000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4" type="body"/>
          </p:nvPr>
        </p:nvSpPr>
        <p:spPr>
          <a:xfrm>
            <a:off x="4790226" y="1348000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5" type="subTitle"/>
          </p:nvPr>
        </p:nvSpPr>
        <p:spPr>
          <a:xfrm>
            <a:off x="542294" y="3018975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6" type="body"/>
          </p:nvPr>
        </p:nvSpPr>
        <p:spPr>
          <a:xfrm>
            <a:off x="540938" y="3286975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7" type="subTitle"/>
          </p:nvPr>
        </p:nvSpPr>
        <p:spPr>
          <a:xfrm>
            <a:off x="4790656" y="3018975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8" type="body"/>
          </p:nvPr>
        </p:nvSpPr>
        <p:spPr>
          <a:xfrm>
            <a:off x="4789288" y="3286975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cxnSp>
        <p:nvCxnSpPr>
          <p:cNvPr id="43" name="Google Shape;43;p8"/>
          <p:cNvCxnSpPr/>
          <p:nvPr/>
        </p:nvCxnSpPr>
        <p:spPr>
          <a:xfrm>
            <a:off x="549450" y="2817925"/>
            <a:ext cx="8045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" name="Google Shape;44;p8"/>
          <p:cNvCxnSpPr>
            <a:stCxn id="45" idx="2"/>
            <a:endCxn id="45" idx="0"/>
          </p:cNvCxnSpPr>
          <p:nvPr/>
        </p:nvCxnSpPr>
        <p:spPr>
          <a:xfrm rot="10800000">
            <a:off x="4572000" y="1080000"/>
            <a:ext cx="0" cy="346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image placeholder">
  <p:cSld name="CUSTOM_27_1_1_1_2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>
            <p:ph idx="2" type="pic"/>
          </p:nvPr>
        </p:nvSpPr>
        <p:spPr>
          <a:xfrm>
            <a:off x="52045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540000" y="1984525"/>
            <a:ext cx="45447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540000" y="1635575"/>
            <a:ext cx="4544700" cy="1935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">
  <p:cSld name="CUSTOM_27_1_1_1_2_2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-931925" y="1671750"/>
            <a:ext cx="1800000" cy="180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1378200" y="1308600"/>
            <a:ext cx="1491900" cy="19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Montserrat Light"/>
              <a:buNone/>
              <a:defRPr sz="15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2" type="title"/>
          </p:nvPr>
        </p:nvSpPr>
        <p:spPr>
          <a:xfrm>
            <a:off x="3648475" y="1732625"/>
            <a:ext cx="4955400" cy="10401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648475" y="2950625"/>
            <a:ext cx="4955400" cy="5100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 and image placeholder">
  <p:cSld name="CUSTOM_27_1_1_1_2_2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540000" y="1232400"/>
            <a:ext cx="1491900" cy="19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Montserrat Light"/>
              <a:buNone/>
              <a:defRPr sz="15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2" type="title"/>
          </p:nvPr>
        </p:nvSpPr>
        <p:spPr>
          <a:xfrm>
            <a:off x="2353075" y="1656425"/>
            <a:ext cx="33861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2353075" y="3335275"/>
            <a:ext cx="3386100" cy="7266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4578475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" name="Google Shape;60;p11"/>
          <p:cNvSpPr/>
          <p:nvPr>
            <p:ph idx="3" type="pic"/>
          </p:nvPr>
        </p:nvSpPr>
        <p:spPr>
          <a:xfrm>
            <a:off x="60427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_27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>
            <p:ph idx="2" type="pic"/>
          </p:nvPr>
        </p:nvSpPr>
        <p:spPr>
          <a:xfrm>
            <a:off x="-830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8_2_2_1_1_1_1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 - 12 people">
  <p:cSld name="TITLE_1_1_5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/>
          <p:nvPr>
            <p:ph idx="2" type="pic"/>
          </p:nvPr>
        </p:nvSpPr>
        <p:spPr>
          <a:xfrm>
            <a:off x="54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7" name="Google Shape;67;p14"/>
          <p:cNvSpPr/>
          <p:nvPr>
            <p:ph idx="3" type="pic"/>
          </p:nvPr>
        </p:nvSpPr>
        <p:spPr>
          <a:xfrm>
            <a:off x="341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8" name="Google Shape;68;p14"/>
          <p:cNvSpPr/>
          <p:nvPr>
            <p:ph idx="4" type="pic"/>
          </p:nvPr>
        </p:nvSpPr>
        <p:spPr>
          <a:xfrm>
            <a:off x="484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14"/>
          <p:cNvSpPr/>
          <p:nvPr>
            <p:ph idx="5" type="pic"/>
          </p:nvPr>
        </p:nvSpPr>
        <p:spPr>
          <a:xfrm>
            <a:off x="628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0" name="Google Shape;70;p14"/>
          <p:cNvSpPr/>
          <p:nvPr>
            <p:ph idx="6" type="pic"/>
          </p:nvPr>
        </p:nvSpPr>
        <p:spPr>
          <a:xfrm>
            <a:off x="771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" name="Google Shape;71;p14"/>
          <p:cNvSpPr/>
          <p:nvPr>
            <p:ph idx="7" type="pic"/>
          </p:nvPr>
        </p:nvSpPr>
        <p:spPr>
          <a:xfrm>
            <a:off x="197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14"/>
          <p:cNvSpPr txBox="1"/>
          <p:nvPr>
            <p:ph idx="8" type="title"/>
          </p:nvPr>
        </p:nvSpPr>
        <p:spPr>
          <a:xfrm>
            <a:off x="540000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9" type="title"/>
          </p:nvPr>
        </p:nvSpPr>
        <p:spPr>
          <a:xfrm>
            <a:off x="540025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3" type="title"/>
          </p:nvPr>
        </p:nvSpPr>
        <p:spPr>
          <a:xfrm>
            <a:off x="1974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4" type="title"/>
          </p:nvPr>
        </p:nvSpPr>
        <p:spPr>
          <a:xfrm>
            <a:off x="1975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5" type="title"/>
          </p:nvPr>
        </p:nvSpPr>
        <p:spPr>
          <a:xfrm>
            <a:off x="340997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6" type="title"/>
          </p:nvPr>
        </p:nvSpPr>
        <p:spPr>
          <a:xfrm>
            <a:off x="341000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7" type="title"/>
          </p:nvPr>
        </p:nvSpPr>
        <p:spPr>
          <a:xfrm>
            <a:off x="4844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8" type="title"/>
          </p:nvPr>
        </p:nvSpPr>
        <p:spPr>
          <a:xfrm>
            <a:off x="4845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9" type="title"/>
          </p:nvPr>
        </p:nvSpPr>
        <p:spPr>
          <a:xfrm>
            <a:off x="6279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20" type="title"/>
          </p:nvPr>
        </p:nvSpPr>
        <p:spPr>
          <a:xfrm>
            <a:off x="6280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21" type="title"/>
          </p:nvPr>
        </p:nvSpPr>
        <p:spPr>
          <a:xfrm>
            <a:off x="771502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22" type="title"/>
          </p:nvPr>
        </p:nvSpPr>
        <p:spPr>
          <a:xfrm>
            <a:off x="771505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/>
          <p:nvPr>
            <p:ph idx="23" type="pic"/>
          </p:nvPr>
        </p:nvSpPr>
        <p:spPr>
          <a:xfrm>
            <a:off x="53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14"/>
          <p:cNvSpPr/>
          <p:nvPr>
            <p:ph idx="24" type="pic"/>
          </p:nvPr>
        </p:nvSpPr>
        <p:spPr>
          <a:xfrm>
            <a:off x="340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" name="Google Shape;86;p14"/>
          <p:cNvSpPr/>
          <p:nvPr>
            <p:ph idx="25" type="pic"/>
          </p:nvPr>
        </p:nvSpPr>
        <p:spPr>
          <a:xfrm>
            <a:off x="483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14"/>
          <p:cNvSpPr/>
          <p:nvPr>
            <p:ph idx="26" type="pic"/>
          </p:nvPr>
        </p:nvSpPr>
        <p:spPr>
          <a:xfrm>
            <a:off x="627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" name="Google Shape;88;p14"/>
          <p:cNvSpPr/>
          <p:nvPr>
            <p:ph idx="27" type="pic"/>
          </p:nvPr>
        </p:nvSpPr>
        <p:spPr>
          <a:xfrm>
            <a:off x="770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9" name="Google Shape;89;p14"/>
          <p:cNvSpPr/>
          <p:nvPr>
            <p:ph idx="28" type="pic"/>
          </p:nvPr>
        </p:nvSpPr>
        <p:spPr>
          <a:xfrm>
            <a:off x="196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14"/>
          <p:cNvSpPr txBox="1"/>
          <p:nvPr>
            <p:ph idx="29" type="title"/>
          </p:nvPr>
        </p:nvSpPr>
        <p:spPr>
          <a:xfrm>
            <a:off x="534475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30" type="title"/>
          </p:nvPr>
        </p:nvSpPr>
        <p:spPr>
          <a:xfrm>
            <a:off x="534500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31" type="title"/>
          </p:nvPr>
        </p:nvSpPr>
        <p:spPr>
          <a:xfrm>
            <a:off x="1969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2" type="title"/>
          </p:nvPr>
        </p:nvSpPr>
        <p:spPr>
          <a:xfrm>
            <a:off x="1969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33" type="title"/>
          </p:nvPr>
        </p:nvSpPr>
        <p:spPr>
          <a:xfrm>
            <a:off x="340445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34" type="title"/>
          </p:nvPr>
        </p:nvSpPr>
        <p:spPr>
          <a:xfrm>
            <a:off x="340447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35" type="title"/>
          </p:nvPr>
        </p:nvSpPr>
        <p:spPr>
          <a:xfrm>
            <a:off x="4839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36" type="title"/>
          </p:nvPr>
        </p:nvSpPr>
        <p:spPr>
          <a:xfrm>
            <a:off x="4839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37" type="title"/>
          </p:nvPr>
        </p:nvSpPr>
        <p:spPr>
          <a:xfrm>
            <a:off x="6274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38" type="title"/>
          </p:nvPr>
        </p:nvSpPr>
        <p:spPr>
          <a:xfrm>
            <a:off x="6274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39" type="title"/>
          </p:nvPr>
        </p:nvSpPr>
        <p:spPr>
          <a:xfrm>
            <a:off x="770950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40" type="title"/>
          </p:nvPr>
        </p:nvSpPr>
        <p:spPr>
          <a:xfrm>
            <a:off x="770952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 - 10 people">
  <p:cSld name="TITLE_1_1_5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/>
          <p:nvPr>
            <p:ph idx="2" type="pic"/>
          </p:nvPr>
        </p:nvSpPr>
        <p:spPr>
          <a:xfrm>
            <a:off x="54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5" name="Google Shape;105;p15"/>
          <p:cNvSpPr txBox="1"/>
          <p:nvPr>
            <p:ph idx="3" type="title"/>
          </p:nvPr>
        </p:nvSpPr>
        <p:spPr>
          <a:xfrm>
            <a:off x="540000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4" type="title"/>
          </p:nvPr>
        </p:nvSpPr>
        <p:spPr>
          <a:xfrm>
            <a:off x="540025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/>
          <p:nvPr>
            <p:ph idx="5" type="pic"/>
          </p:nvPr>
        </p:nvSpPr>
        <p:spPr>
          <a:xfrm>
            <a:off x="53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8" name="Google Shape;108;p15"/>
          <p:cNvSpPr txBox="1"/>
          <p:nvPr>
            <p:ph idx="6" type="title"/>
          </p:nvPr>
        </p:nvSpPr>
        <p:spPr>
          <a:xfrm>
            <a:off x="534475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7" type="title"/>
          </p:nvPr>
        </p:nvSpPr>
        <p:spPr>
          <a:xfrm>
            <a:off x="534500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5"/>
          <p:cNvSpPr/>
          <p:nvPr>
            <p:ph idx="8" type="pic"/>
          </p:nvPr>
        </p:nvSpPr>
        <p:spPr>
          <a:xfrm>
            <a:off x="7703925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1" name="Google Shape;111;p15"/>
          <p:cNvSpPr txBox="1"/>
          <p:nvPr>
            <p:ph idx="9" type="title"/>
          </p:nvPr>
        </p:nvSpPr>
        <p:spPr>
          <a:xfrm>
            <a:off x="7703913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13" type="title"/>
          </p:nvPr>
        </p:nvSpPr>
        <p:spPr>
          <a:xfrm>
            <a:off x="7703938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/>
          <p:nvPr>
            <p:ph idx="14" type="pic"/>
          </p:nvPr>
        </p:nvSpPr>
        <p:spPr>
          <a:xfrm>
            <a:off x="7698400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4" name="Google Shape;114;p15"/>
          <p:cNvSpPr txBox="1"/>
          <p:nvPr>
            <p:ph idx="15" type="title"/>
          </p:nvPr>
        </p:nvSpPr>
        <p:spPr>
          <a:xfrm>
            <a:off x="7698388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6" type="title"/>
          </p:nvPr>
        </p:nvSpPr>
        <p:spPr>
          <a:xfrm>
            <a:off x="7698413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/>
          <p:nvPr>
            <p:ph idx="17" type="pic"/>
          </p:nvPr>
        </p:nvSpPr>
        <p:spPr>
          <a:xfrm>
            <a:off x="4119188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7" name="Google Shape;117;p15"/>
          <p:cNvSpPr txBox="1"/>
          <p:nvPr>
            <p:ph idx="18" type="title"/>
          </p:nvPr>
        </p:nvSpPr>
        <p:spPr>
          <a:xfrm>
            <a:off x="411917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9" type="title"/>
          </p:nvPr>
        </p:nvSpPr>
        <p:spPr>
          <a:xfrm>
            <a:off x="411920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5"/>
          <p:cNvSpPr/>
          <p:nvPr>
            <p:ph idx="20" type="pic"/>
          </p:nvPr>
        </p:nvSpPr>
        <p:spPr>
          <a:xfrm>
            <a:off x="4113663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5"/>
          <p:cNvSpPr txBox="1"/>
          <p:nvPr>
            <p:ph idx="21" type="title"/>
          </p:nvPr>
        </p:nvSpPr>
        <p:spPr>
          <a:xfrm>
            <a:off x="411365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22" type="title"/>
          </p:nvPr>
        </p:nvSpPr>
        <p:spPr>
          <a:xfrm>
            <a:off x="411367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/>
          <p:nvPr>
            <p:ph idx="23" type="pic"/>
          </p:nvPr>
        </p:nvSpPr>
        <p:spPr>
          <a:xfrm>
            <a:off x="2332375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5"/>
          <p:cNvSpPr txBox="1"/>
          <p:nvPr>
            <p:ph idx="24" type="title"/>
          </p:nvPr>
        </p:nvSpPr>
        <p:spPr>
          <a:xfrm>
            <a:off x="2332363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25" type="title"/>
          </p:nvPr>
        </p:nvSpPr>
        <p:spPr>
          <a:xfrm>
            <a:off x="2332388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/>
          <p:nvPr>
            <p:ph idx="26" type="pic"/>
          </p:nvPr>
        </p:nvSpPr>
        <p:spPr>
          <a:xfrm>
            <a:off x="2326850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5"/>
          <p:cNvSpPr txBox="1"/>
          <p:nvPr>
            <p:ph idx="27" type="title"/>
          </p:nvPr>
        </p:nvSpPr>
        <p:spPr>
          <a:xfrm>
            <a:off x="2326838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28" type="title"/>
          </p:nvPr>
        </p:nvSpPr>
        <p:spPr>
          <a:xfrm>
            <a:off x="2326863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/>
          <p:nvPr>
            <p:ph idx="29" type="pic"/>
          </p:nvPr>
        </p:nvSpPr>
        <p:spPr>
          <a:xfrm>
            <a:off x="5914338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9" name="Google Shape;129;p15"/>
          <p:cNvSpPr txBox="1"/>
          <p:nvPr>
            <p:ph idx="30" type="title"/>
          </p:nvPr>
        </p:nvSpPr>
        <p:spPr>
          <a:xfrm>
            <a:off x="591432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31" type="title"/>
          </p:nvPr>
        </p:nvSpPr>
        <p:spPr>
          <a:xfrm>
            <a:off x="591435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/>
          <p:nvPr>
            <p:ph idx="32" type="pic"/>
          </p:nvPr>
        </p:nvSpPr>
        <p:spPr>
          <a:xfrm>
            <a:off x="5908813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5"/>
          <p:cNvSpPr txBox="1"/>
          <p:nvPr>
            <p:ph idx="33" type="title"/>
          </p:nvPr>
        </p:nvSpPr>
        <p:spPr>
          <a:xfrm>
            <a:off x="590880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5"/>
          <p:cNvSpPr txBox="1"/>
          <p:nvPr>
            <p:ph idx="34" type="title"/>
          </p:nvPr>
        </p:nvSpPr>
        <p:spPr>
          <a:xfrm>
            <a:off x="590882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6 columns">
  <p:cSld name="TITLE_1_1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 rot="5400000">
            <a:off x="1924275" y="1987138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 rot="5400000">
            <a:off x="33037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16"/>
          <p:cNvCxnSpPr>
            <a:stCxn id="136" idx="0"/>
            <a:endCxn id="137" idx="4"/>
          </p:cNvCxnSpPr>
          <p:nvPr/>
        </p:nvCxnSpPr>
        <p:spPr>
          <a:xfrm>
            <a:off x="909600" y="2171925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6"/>
          <p:cNvCxnSpPr>
            <a:stCxn id="137" idx="0"/>
            <a:endCxn id="138" idx="4"/>
          </p:cNvCxnSpPr>
          <p:nvPr/>
        </p:nvCxnSpPr>
        <p:spPr>
          <a:xfrm>
            <a:off x="2289075" y="2171938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6"/>
          <p:cNvCxnSpPr>
            <a:stCxn id="138" idx="0"/>
            <a:endCxn id="142" idx="4"/>
          </p:cNvCxnSpPr>
          <p:nvPr/>
        </p:nvCxnSpPr>
        <p:spPr>
          <a:xfrm>
            <a:off x="3668550" y="2171925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6"/>
          <p:cNvCxnSpPr>
            <a:stCxn id="142" idx="0"/>
            <a:endCxn id="144" idx="4"/>
          </p:cNvCxnSpPr>
          <p:nvPr/>
        </p:nvCxnSpPr>
        <p:spPr>
          <a:xfrm>
            <a:off x="5048025" y="2171938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6"/>
          <p:cNvCxnSpPr>
            <a:stCxn id="144" idx="0"/>
            <a:endCxn id="146" idx="4"/>
          </p:cNvCxnSpPr>
          <p:nvPr/>
        </p:nvCxnSpPr>
        <p:spPr>
          <a:xfrm>
            <a:off x="6427575" y="2172000"/>
            <a:ext cx="10098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6"/>
          <p:cNvCxnSpPr>
            <a:stCxn id="146" idx="0"/>
          </p:cNvCxnSpPr>
          <p:nvPr/>
        </p:nvCxnSpPr>
        <p:spPr>
          <a:xfrm>
            <a:off x="7806975" y="2178600"/>
            <a:ext cx="83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540350" y="2695425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49" name="Google Shape;149;p16"/>
          <p:cNvSpPr txBox="1"/>
          <p:nvPr>
            <p:ph idx="2" type="body"/>
          </p:nvPr>
        </p:nvSpPr>
        <p:spPr>
          <a:xfrm>
            <a:off x="1919650" y="2695475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0" name="Google Shape;150;p16"/>
          <p:cNvSpPr txBox="1"/>
          <p:nvPr>
            <p:ph idx="3" type="body"/>
          </p:nvPr>
        </p:nvSpPr>
        <p:spPr>
          <a:xfrm>
            <a:off x="329907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1" name="Google Shape;151;p16"/>
          <p:cNvSpPr txBox="1"/>
          <p:nvPr>
            <p:ph idx="4" type="title"/>
          </p:nvPr>
        </p:nvSpPr>
        <p:spPr>
          <a:xfrm>
            <a:off x="5403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5" type="title"/>
          </p:nvPr>
        </p:nvSpPr>
        <p:spPr>
          <a:xfrm>
            <a:off x="19196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6" type="title"/>
          </p:nvPr>
        </p:nvSpPr>
        <p:spPr>
          <a:xfrm>
            <a:off x="329907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6"/>
          <p:cNvSpPr txBox="1"/>
          <p:nvPr>
            <p:ph idx="7" type="title"/>
          </p:nvPr>
        </p:nvSpPr>
        <p:spPr>
          <a:xfrm>
            <a:off x="5403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idx="8" type="title"/>
          </p:nvPr>
        </p:nvSpPr>
        <p:spPr>
          <a:xfrm>
            <a:off x="19196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9" type="title"/>
          </p:nvPr>
        </p:nvSpPr>
        <p:spPr>
          <a:xfrm>
            <a:off x="329910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7" name="Google Shape;157;p16"/>
          <p:cNvSpPr/>
          <p:nvPr/>
        </p:nvSpPr>
        <p:spPr>
          <a:xfrm rot="5400000">
            <a:off x="4683225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 txBox="1"/>
          <p:nvPr>
            <p:ph idx="13" type="body"/>
          </p:nvPr>
        </p:nvSpPr>
        <p:spPr>
          <a:xfrm>
            <a:off x="4678550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9" name="Google Shape;159;p16"/>
          <p:cNvSpPr txBox="1"/>
          <p:nvPr>
            <p:ph idx="14" type="title"/>
          </p:nvPr>
        </p:nvSpPr>
        <p:spPr>
          <a:xfrm>
            <a:off x="4678550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15" type="title"/>
          </p:nvPr>
        </p:nvSpPr>
        <p:spPr>
          <a:xfrm>
            <a:off x="4678575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6"/>
          <p:cNvSpPr/>
          <p:nvPr/>
        </p:nvSpPr>
        <p:spPr>
          <a:xfrm rot="5400000">
            <a:off x="60627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 txBox="1"/>
          <p:nvPr>
            <p:ph idx="16" type="body"/>
          </p:nvPr>
        </p:nvSpPr>
        <p:spPr>
          <a:xfrm>
            <a:off x="605802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3" name="Google Shape;163;p16"/>
          <p:cNvSpPr txBox="1"/>
          <p:nvPr>
            <p:ph idx="17" type="title"/>
          </p:nvPr>
        </p:nvSpPr>
        <p:spPr>
          <a:xfrm>
            <a:off x="60580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8" type="title"/>
          </p:nvPr>
        </p:nvSpPr>
        <p:spPr>
          <a:xfrm>
            <a:off x="60580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5" name="Google Shape;165;p16"/>
          <p:cNvSpPr/>
          <p:nvPr/>
        </p:nvSpPr>
        <p:spPr>
          <a:xfrm rot="5400000">
            <a:off x="74422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 txBox="1"/>
          <p:nvPr>
            <p:ph idx="19" type="body"/>
          </p:nvPr>
        </p:nvSpPr>
        <p:spPr>
          <a:xfrm>
            <a:off x="743757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7" name="Google Shape;167;p16"/>
          <p:cNvSpPr txBox="1"/>
          <p:nvPr>
            <p:ph idx="20" type="title"/>
          </p:nvPr>
        </p:nvSpPr>
        <p:spPr>
          <a:xfrm>
            <a:off x="743757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21" type="title"/>
          </p:nvPr>
        </p:nvSpPr>
        <p:spPr>
          <a:xfrm>
            <a:off x="743760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5 columns">
  <p:cSld name="TITLE_1_1_4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7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 rot="5400000">
            <a:off x="2208950" y="1987113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 rot="5400000">
            <a:off x="38731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7"/>
          <p:cNvCxnSpPr>
            <a:stCxn id="171" idx="0"/>
            <a:endCxn id="172" idx="4"/>
          </p:cNvCxnSpPr>
          <p:nvPr/>
        </p:nvCxnSpPr>
        <p:spPr>
          <a:xfrm>
            <a:off x="90960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7"/>
          <p:cNvCxnSpPr>
            <a:stCxn id="172" idx="0"/>
            <a:endCxn id="173" idx="4"/>
          </p:cNvCxnSpPr>
          <p:nvPr/>
        </p:nvCxnSpPr>
        <p:spPr>
          <a:xfrm>
            <a:off x="2573750" y="2171913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7"/>
          <p:cNvCxnSpPr>
            <a:stCxn id="173" idx="0"/>
          </p:cNvCxnSpPr>
          <p:nvPr/>
        </p:nvCxnSpPr>
        <p:spPr>
          <a:xfrm>
            <a:off x="423790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7"/>
          <p:cNvCxnSpPr>
            <a:stCxn id="178" idx="0"/>
            <a:endCxn id="179" idx="4"/>
          </p:cNvCxnSpPr>
          <p:nvPr/>
        </p:nvCxnSpPr>
        <p:spPr>
          <a:xfrm>
            <a:off x="590205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7"/>
          <p:cNvCxnSpPr>
            <a:stCxn id="179" idx="0"/>
          </p:cNvCxnSpPr>
          <p:nvPr/>
        </p:nvCxnSpPr>
        <p:spPr>
          <a:xfrm>
            <a:off x="7566200" y="2171925"/>
            <a:ext cx="10719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17"/>
          <p:cNvSpPr txBox="1"/>
          <p:nvPr>
            <p:ph idx="1" type="body"/>
          </p:nvPr>
        </p:nvSpPr>
        <p:spPr>
          <a:xfrm>
            <a:off x="540030" y="2695475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2" name="Google Shape;182;p17"/>
          <p:cNvSpPr txBox="1"/>
          <p:nvPr>
            <p:ph idx="2" type="body"/>
          </p:nvPr>
        </p:nvSpPr>
        <p:spPr>
          <a:xfrm>
            <a:off x="2204162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3" name="Google Shape;183;p17"/>
          <p:cNvSpPr txBox="1"/>
          <p:nvPr>
            <p:ph idx="3" type="title"/>
          </p:nvPr>
        </p:nvSpPr>
        <p:spPr>
          <a:xfrm>
            <a:off x="540000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4" type="title"/>
          </p:nvPr>
        </p:nvSpPr>
        <p:spPr>
          <a:xfrm>
            <a:off x="2204162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5" type="title"/>
          </p:nvPr>
        </p:nvSpPr>
        <p:spPr>
          <a:xfrm>
            <a:off x="540030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title"/>
          </p:nvPr>
        </p:nvSpPr>
        <p:spPr>
          <a:xfrm>
            <a:off x="2204192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7" type="body"/>
          </p:nvPr>
        </p:nvSpPr>
        <p:spPr>
          <a:xfrm>
            <a:off x="3868355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8" name="Google Shape;188;p17"/>
          <p:cNvSpPr txBox="1"/>
          <p:nvPr>
            <p:ph idx="8" type="title"/>
          </p:nvPr>
        </p:nvSpPr>
        <p:spPr>
          <a:xfrm>
            <a:off x="3868355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17"/>
          <p:cNvSpPr txBox="1"/>
          <p:nvPr>
            <p:ph idx="9" type="title"/>
          </p:nvPr>
        </p:nvSpPr>
        <p:spPr>
          <a:xfrm>
            <a:off x="3868385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17"/>
          <p:cNvSpPr/>
          <p:nvPr/>
        </p:nvSpPr>
        <p:spPr>
          <a:xfrm rot="5400000">
            <a:off x="55372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5532547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title"/>
          </p:nvPr>
        </p:nvSpPr>
        <p:spPr>
          <a:xfrm>
            <a:off x="5532547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title"/>
          </p:nvPr>
        </p:nvSpPr>
        <p:spPr>
          <a:xfrm>
            <a:off x="5532577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" name="Google Shape;179;p17"/>
          <p:cNvSpPr/>
          <p:nvPr/>
        </p:nvSpPr>
        <p:spPr>
          <a:xfrm rot="5400000">
            <a:off x="72014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 txBox="1"/>
          <p:nvPr>
            <p:ph idx="16" type="body"/>
          </p:nvPr>
        </p:nvSpPr>
        <p:spPr>
          <a:xfrm>
            <a:off x="7196830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4" name="Google Shape;194;p17"/>
          <p:cNvSpPr txBox="1"/>
          <p:nvPr>
            <p:ph idx="17" type="title"/>
          </p:nvPr>
        </p:nvSpPr>
        <p:spPr>
          <a:xfrm>
            <a:off x="7196830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17"/>
          <p:cNvSpPr txBox="1"/>
          <p:nvPr>
            <p:ph idx="18" type="title"/>
          </p:nvPr>
        </p:nvSpPr>
        <p:spPr>
          <a:xfrm>
            <a:off x="7196860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4 columns">
  <p:cSld name="TITLE_1_1_4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8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 rot="5400000">
            <a:off x="2641825" y="1987113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 rot="5400000">
            <a:off x="47388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18"/>
          <p:cNvCxnSpPr>
            <a:stCxn id="198" idx="0"/>
            <a:endCxn id="199" idx="4"/>
          </p:cNvCxnSpPr>
          <p:nvPr/>
        </p:nvCxnSpPr>
        <p:spPr>
          <a:xfrm>
            <a:off x="909600" y="2171925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18"/>
          <p:cNvCxnSpPr>
            <a:stCxn id="199" idx="0"/>
            <a:endCxn id="200" idx="4"/>
          </p:cNvCxnSpPr>
          <p:nvPr/>
        </p:nvCxnSpPr>
        <p:spPr>
          <a:xfrm>
            <a:off x="3006625" y="2171913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18"/>
          <p:cNvCxnSpPr>
            <a:stCxn id="200" idx="0"/>
            <a:endCxn id="204" idx="4"/>
          </p:cNvCxnSpPr>
          <p:nvPr/>
        </p:nvCxnSpPr>
        <p:spPr>
          <a:xfrm>
            <a:off x="5103650" y="2171925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8"/>
          <p:cNvCxnSpPr>
            <a:stCxn id="204" idx="0"/>
            <a:endCxn id="206" idx="4"/>
          </p:cNvCxnSpPr>
          <p:nvPr/>
        </p:nvCxnSpPr>
        <p:spPr>
          <a:xfrm>
            <a:off x="7200675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18"/>
          <p:cNvCxnSpPr>
            <a:stCxn id="206" idx="0"/>
          </p:cNvCxnSpPr>
          <p:nvPr/>
        </p:nvCxnSpPr>
        <p:spPr>
          <a:xfrm>
            <a:off x="7566200" y="2171925"/>
            <a:ext cx="10719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540038" y="2695475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2636983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0" name="Google Shape;210;p18"/>
          <p:cNvSpPr txBox="1"/>
          <p:nvPr>
            <p:ph idx="3" type="title"/>
          </p:nvPr>
        </p:nvSpPr>
        <p:spPr>
          <a:xfrm>
            <a:off x="540000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4" type="title"/>
          </p:nvPr>
        </p:nvSpPr>
        <p:spPr>
          <a:xfrm>
            <a:off x="2636983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5" type="title"/>
          </p:nvPr>
        </p:nvSpPr>
        <p:spPr>
          <a:xfrm>
            <a:off x="540038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6" type="title"/>
          </p:nvPr>
        </p:nvSpPr>
        <p:spPr>
          <a:xfrm>
            <a:off x="2637021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7" type="body"/>
          </p:nvPr>
        </p:nvSpPr>
        <p:spPr>
          <a:xfrm>
            <a:off x="4734004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5" name="Google Shape;215;p18"/>
          <p:cNvSpPr txBox="1"/>
          <p:nvPr>
            <p:ph idx="8" type="title"/>
          </p:nvPr>
        </p:nvSpPr>
        <p:spPr>
          <a:xfrm>
            <a:off x="4734004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18"/>
          <p:cNvSpPr txBox="1"/>
          <p:nvPr>
            <p:ph idx="9" type="title"/>
          </p:nvPr>
        </p:nvSpPr>
        <p:spPr>
          <a:xfrm>
            <a:off x="4734042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4" name="Google Shape;204;p18"/>
          <p:cNvSpPr/>
          <p:nvPr/>
        </p:nvSpPr>
        <p:spPr>
          <a:xfrm rot="5400000">
            <a:off x="6835875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 txBox="1"/>
          <p:nvPr>
            <p:ph idx="13" type="body"/>
          </p:nvPr>
        </p:nvSpPr>
        <p:spPr>
          <a:xfrm>
            <a:off x="6831025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18"/>
          <p:cNvSpPr txBox="1"/>
          <p:nvPr>
            <p:ph idx="14" type="title"/>
          </p:nvPr>
        </p:nvSpPr>
        <p:spPr>
          <a:xfrm>
            <a:off x="6831025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8"/>
          <p:cNvSpPr txBox="1"/>
          <p:nvPr>
            <p:ph idx="15" type="title"/>
          </p:nvPr>
        </p:nvSpPr>
        <p:spPr>
          <a:xfrm>
            <a:off x="6831063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 with highlights">
  <p:cSld name="TITLE_1_1_3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/>
        </p:nvSpPr>
        <p:spPr>
          <a:xfrm>
            <a:off x="3546700" y="3594000"/>
            <a:ext cx="4882500" cy="1017300"/>
          </a:xfrm>
          <a:prstGeom prst="rect">
            <a:avLst/>
          </a:prstGeom>
          <a:solidFill>
            <a:srgbClr val="EF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>
            <p:ph idx="2" type="pic"/>
          </p:nvPr>
        </p:nvSpPr>
        <p:spPr>
          <a:xfrm>
            <a:off x="-702000" y="-1508400"/>
            <a:ext cx="3556800" cy="3556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3" name="Google Shape;223;p19"/>
          <p:cNvSpPr txBox="1"/>
          <p:nvPr>
            <p:ph type="title"/>
          </p:nvPr>
        </p:nvSpPr>
        <p:spPr>
          <a:xfrm>
            <a:off x="3541265" y="5450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3547200" y="7901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5" name="Google Shape;225;p19"/>
          <p:cNvSpPr txBox="1"/>
          <p:nvPr>
            <p:ph idx="3" type="title"/>
          </p:nvPr>
        </p:nvSpPr>
        <p:spPr>
          <a:xfrm>
            <a:off x="3544227" y="15356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9"/>
          <p:cNvSpPr txBox="1"/>
          <p:nvPr>
            <p:ph idx="4" type="body"/>
          </p:nvPr>
        </p:nvSpPr>
        <p:spPr>
          <a:xfrm>
            <a:off x="3550163" y="17807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7" name="Google Shape;227;p19"/>
          <p:cNvSpPr txBox="1"/>
          <p:nvPr>
            <p:ph idx="5" type="title"/>
          </p:nvPr>
        </p:nvSpPr>
        <p:spPr>
          <a:xfrm>
            <a:off x="3544177" y="25262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9"/>
          <p:cNvSpPr txBox="1"/>
          <p:nvPr>
            <p:ph idx="6" type="body"/>
          </p:nvPr>
        </p:nvSpPr>
        <p:spPr>
          <a:xfrm>
            <a:off x="3550113" y="27713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9" name="Google Shape;229;p19"/>
          <p:cNvSpPr txBox="1"/>
          <p:nvPr>
            <p:ph idx="7" type="body"/>
          </p:nvPr>
        </p:nvSpPr>
        <p:spPr>
          <a:xfrm>
            <a:off x="3708300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8" type="body"/>
          </p:nvPr>
        </p:nvSpPr>
        <p:spPr>
          <a:xfrm>
            <a:off x="5336338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9" type="body"/>
          </p:nvPr>
        </p:nvSpPr>
        <p:spPr>
          <a:xfrm>
            <a:off x="6964338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2" name="Google Shape;232;p19"/>
          <p:cNvSpPr txBox="1"/>
          <p:nvPr>
            <p:ph idx="13" type="subTitle"/>
          </p:nvPr>
        </p:nvSpPr>
        <p:spPr>
          <a:xfrm>
            <a:off x="961025" y="2647825"/>
            <a:ext cx="18936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233" name="Google Shape;233;p19"/>
          <p:cNvSpPr txBox="1"/>
          <p:nvPr>
            <p:ph idx="14" type="title"/>
          </p:nvPr>
        </p:nvSpPr>
        <p:spPr>
          <a:xfrm>
            <a:off x="961025" y="2286575"/>
            <a:ext cx="1893600" cy="2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 with quote">
  <p:cSld name="TITLE_1_1_3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/>
          <p:nvPr/>
        </p:nvSpPr>
        <p:spPr>
          <a:xfrm>
            <a:off x="3546700" y="3594000"/>
            <a:ext cx="4882500" cy="1017300"/>
          </a:xfrm>
          <a:prstGeom prst="rect">
            <a:avLst/>
          </a:prstGeom>
          <a:solidFill>
            <a:srgbClr val="EF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>
            <p:ph idx="2" type="pic"/>
          </p:nvPr>
        </p:nvSpPr>
        <p:spPr>
          <a:xfrm>
            <a:off x="-702000" y="-1508400"/>
            <a:ext cx="3556800" cy="3556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3541265" y="5450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3547200" y="7901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20"/>
          <p:cNvSpPr txBox="1"/>
          <p:nvPr>
            <p:ph idx="3" type="title"/>
          </p:nvPr>
        </p:nvSpPr>
        <p:spPr>
          <a:xfrm>
            <a:off x="3544227" y="15356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0"/>
          <p:cNvSpPr txBox="1"/>
          <p:nvPr>
            <p:ph idx="4" type="body"/>
          </p:nvPr>
        </p:nvSpPr>
        <p:spPr>
          <a:xfrm>
            <a:off x="3550163" y="17807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1" name="Google Shape;241;p20"/>
          <p:cNvSpPr txBox="1"/>
          <p:nvPr>
            <p:ph idx="5" type="title"/>
          </p:nvPr>
        </p:nvSpPr>
        <p:spPr>
          <a:xfrm>
            <a:off x="3544177" y="25262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0"/>
          <p:cNvSpPr txBox="1"/>
          <p:nvPr>
            <p:ph idx="6" type="body"/>
          </p:nvPr>
        </p:nvSpPr>
        <p:spPr>
          <a:xfrm>
            <a:off x="3550113" y="27713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3" name="Google Shape;243;p20"/>
          <p:cNvSpPr txBox="1"/>
          <p:nvPr>
            <p:ph idx="7" type="body"/>
          </p:nvPr>
        </p:nvSpPr>
        <p:spPr>
          <a:xfrm>
            <a:off x="3682800" y="3740400"/>
            <a:ext cx="46008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8" type="subTitle"/>
          </p:nvPr>
        </p:nvSpPr>
        <p:spPr>
          <a:xfrm>
            <a:off x="961025" y="2647825"/>
            <a:ext cx="18936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245" name="Google Shape;245;p20"/>
          <p:cNvSpPr txBox="1"/>
          <p:nvPr>
            <p:ph idx="9" type="title"/>
          </p:nvPr>
        </p:nvSpPr>
        <p:spPr>
          <a:xfrm>
            <a:off x="961025" y="2286575"/>
            <a:ext cx="1893600" cy="2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0"/>
          <p:cNvSpPr txBox="1"/>
          <p:nvPr>
            <p:ph idx="13" type="body"/>
          </p:nvPr>
        </p:nvSpPr>
        <p:spPr>
          <a:xfrm>
            <a:off x="3682125" y="4341000"/>
            <a:ext cx="4600800" cy="1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image">
  <p:cSld name="TITLE_1_1_2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1"/>
          <p:cNvSpPr/>
          <p:nvPr>
            <p:ph idx="2" type="pic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ith images">
  <p:cSld name="TITLE_1_1_1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2"/>
          <p:cNvSpPr txBox="1"/>
          <p:nvPr>
            <p:ph idx="1" type="body"/>
          </p:nvPr>
        </p:nvSpPr>
        <p:spPr>
          <a:xfrm>
            <a:off x="540000" y="2983251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3" name="Google Shape;253;p22"/>
          <p:cNvSpPr txBox="1"/>
          <p:nvPr>
            <p:ph idx="2" type="subTitle"/>
          </p:nvPr>
        </p:nvSpPr>
        <p:spPr>
          <a:xfrm>
            <a:off x="540000" y="235905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4" name="Google Shape;254;p22"/>
          <p:cNvSpPr/>
          <p:nvPr>
            <p:ph idx="3" type="pic"/>
          </p:nvPr>
        </p:nvSpPr>
        <p:spPr>
          <a:xfrm>
            <a:off x="540000" y="1080000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22"/>
          <p:cNvSpPr txBox="1"/>
          <p:nvPr>
            <p:ph idx="4" type="subTitle"/>
          </p:nvPr>
        </p:nvSpPr>
        <p:spPr>
          <a:xfrm>
            <a:off x="540000" y="2665550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56" name="Google Shape;256;p22"/>
          <p:cNvSpPr txBox="1"/>
          <p:nvPr>
            <p:ph idx="5" type="body"/>
          </p:nvPr>
        </p:nvSpPr>
        <p:spPr>
          <a:xfrm>
            <a:off x="2598450" y="2990601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6" type="subTitle"/>
          </p:nvPr>
        </p:nvSpPr>
        <p:spPr>
          <a:xfrm>
            <a:off x="2598450" y="2365788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8" name="Google Shape;258;p22"/>
          <p:cNvSpPr/>
          <p:nvPr>
            <p:ph idx="7" type="pic"/>
          </p:nvPr>
        </p:nvSpPr>
        <p:spPr>
          <a:xfrm>
            <a:off x="2598450" y="1086738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22"/>
          <p:cNvSpPr txBox="1"/>
          <p:nvPr>
            <p:ph idx="8" type="subTitle"/>
          </p:nvPr>
        </p:nvSpPr>
        <p:spPr>
          <a:xfrm>
            <a:off x="2598450" y="2672288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9" type="body"/>
          </p:nvPr>
        </p:nvSpPr>
        <p:spPr>
          <a:xfrm>
            <a:off x="4656225" y="2983237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13" type="subTitle"/>
          </p:nvPr>
        </p:nvSpPr>
        <p:spPr>
          <a:xfrm>
            <a:off x="4656225" y="2359038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2" name="Google Shape;262;p22"/>
          <p:cNvSpPr/>
          <p:nvPr>
            <p:ph idx="14" type="pic"/>
          </p:nvPr>
        </p:nvSpPr>
        <p:spPr>
          <a:xfrm>
            <a:off x="4656225" y="1079988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22"/>
          <p:cNvSpPr txBox="1"/>
          <p:nvPr>
            <p:ph idx="15" type="subTitle"/>
          </p:nvPr>
        </p:nvSpPr>
        <p:spPr>
          <a:xfrm>
            <a:off x="4656225" y="2665538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6" type="body"/>
          </p:nvPr>
        </p:nvSpPr>
        <p:spPr>
          <a:xfrm>
            <a:off x="6714000" y="2978625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17" type="subTitle"/>
          </p:nvPr>
        </p:nvSpPr>
        <p:spPr>
          <a:xfrm>
            <a:off x="6714000" y="2354425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6" name="Google Shape;266;p22"/>
          <p:cNvSpPr/>
          <p:nvPr>
            <p:ph idx="18" type="pic"/>
          </p:nvPr>
        </p:nvSpPr>
        <p:spPr>
          <a:xfrm>
            <a:off x="6714000" y="1075375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22"/>
          <p:cNvSpPr txBox="1"/>
          <p:nvPr>
            <p:ph idx="19" type="subTitle"/>
          </p:nvPr>
        </p:nvSpPr>
        <p:spPr>
          <a:xfrm>
            <a:off x="6714000" y="2660925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31">
          <p15:clr>
            <a:srgbClr val="E46962"/>
          </p15:clr>
        </p15:guide>
        <p15:guide id="2" pos="1531">
          <p15:clr>
            <a:srgbClr val="E46962"/>
          </p15:clr>
        </p15:guide>
        <p15:guide id="3" pos="2827">
          <p15:clr>
            <a:srgbClr val="E46962"/>
          </p15:clr>
        </p15:guide>
        <p15:guide id="4" pos="2933">
          <p15:clr>
            <a:srgbClr val="E46962"/>
          </p15:clr>
        </p15:guide>
        <p15:guide id="5" pos="1637">
          <p15:clr>
            <a:srgbClr val="E46962"/>
          </p15:clr>
        </p15:guide>
        <p15:guide id="6" pos="4124">
          <p15:clr>
            <a:srgbClr val="E46962"/>
          </p15:clr>
        </p15:guide>
        <p15:guide id="7" pos="4229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ith titles and images">
  <p:cSld name="TITLE_1_1_1_3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idx="1" type="body"/>
          </p:nvPr>
        </p:nvSpPr>
        <p:spPr>
          <a:xfrm>
            <a:off x="540000" y="2968800"/>
            <a:ext cx="39324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540000" y="26544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2" name="Google Shape;272;p23"/>
          <p:cNvSpPr/>
          <p:nvPr>
            <p:ph idx="3" type="pic"/>
          </p:nvPr>
        </p:nvSpPr>
        <p:spPr>
          <a:xfrm>
            <a:off x="540000" y="900000"/>
            <a:ext cx="3932400" cy="16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4680025" y="26544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4" name="Google Shape;274;p23"/>
          <p:cNvSpPr/>
          <p:nvPr>
            <p:ph idx="5" type="pic"/>
          </p:nvPr>
        </p:nvSpPr>
        <p:spPr>
          <a:xfrm>
            <a:off x="4680025" y="900000"/>
            <a:ext cx="3932400" cy="16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23"/>
          <p:cNvSpPr txBox="1"/>
          <p:nvPr>
            <p:ph idx="12" type="sldNum"/>
          </p:nvPr>
        </p:nvSpPr>
        <p:spPr>
          <a:xfrm>
            <a:off x="4578538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6" name="Google Shape;276;p23"/>
          <p:cNvSpPr txBox="1"/>
          <p:nvPr>
            <p:ph idx="6" type="body"/>
          </p:nvPr>
        </p:nvSpPr>
        <p:spPr>
          <a:xfrm>
            <a:off x="4680025" y="2967600"/>
            <a:ext cx="39324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  <p15:guide id="3" orient="horz" pos="1785">
          <p15:clr>
            <a:srgbClr val="E46962"/>
          </p15:clr>
        </p15:guide>
        <p15:guide id="4" orient="horz" pos="1870">
          <p15:clr>
            <a:srgbClr val="E46962"/>
          </p15:clr>
        </p15:guide>
        <p15:guide id="5" orient="horz" pos="1672">
          <p15:clr>
            <a:srgbClr val="E46962"/>
          </p15:clr>
        </p15:guide>
        <p15:guide id="6" orient="horz" pos="158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ith titles">
  <p:cSld name="TITLE_1_1_1_3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idx="1" type="body"/>
          </p:nvPr>
        </p:nvSpPr>
        <p:spPr>
          <a:xfrm>
            <a:off x="540000" y="1260000"/>
            <a:ext cx="39324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2" type="body"/>
          </p:nvPr>
        </p:nvSpPr>
        <p:spPr>
          <a:xfrm>
            <a:off x="4680025" y="1260000"/>
            <a:ext cx="39324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24"/>
          <p:cNvSpPr txBox="1"/>
          <p:nvPr>
            <p:ph idx="3" type="subTitle"/>
          </p:nvPr>
        </p:nvSpPr>
        <p:spPr>
          <a:xfrm>
            <a:off x="540000" y="9000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4" type="subTitle"/>
          </p:nvPr>
        </p:nvSpPr>
        <p:spPr>
          <a:xfrm>
            <a:off x="4680025" y="9000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2" type="sldNum"/>
          </p:nvPr>
        </p:nvSpPr>
        <p:spPr>
          <a:xfrm>
            <a:off x="4578538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TITLE_1_1_1_2_1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25"/>
          <p:cNvSpPr txBox="1"/>
          <p:nvPr>
            <p:ph idx="1" type="body"/>
          </p:nvPr>
        </p:nvSpPr>
        <p:spPr>
          <a:xfrm>
            <a:off x="540000" y="1961000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7" name="Google Shape;287;p25"/>
          <p:cNvSpPr txBox="1"/>
          <p:nvPr>
            <p:ph idx="2" type="subTitle"/>
          </p:nvPr>
        </p:nvSpPr>
        <p:spPr>
          <a:xfrm>
            <a:off x="540902" y="10800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8" name="Google Shape;288;p25"/>
          <p:cNvSpPr txBox="1"/>
          <p:nvPr>
            <p:ph idx="3" type="subTitle"/>
          </p:nvPr>
        </p:nvSpPr>
        <p:spPr>
          <a:xfrm>
            <a:off x="540902" y="15389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9" name="Google Shape;289;p25"/>
          <p:cNvSpPr txBox="1"/>
          <p:nvPr>
            <p:ph idx="4" type="body"/>
          </p:nvPr>
        </p:nvSpPr>
        <p:spPr>
          <a:xfrm>
            <a:off x="3307682" y="1961000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0" name="Google Shape;290;p25"/>
          <p:cNvSpPr txBox="1"/>
          <p:nvPr>
            <p:ph idx="5" type="subTitle"/>
          </p:nvPr>
        </p:nvSpPr>
        <p:spPr>
          <a:xfrm>
            <a:off x="3308586" y="10800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1" name="Google Shape;291;p25"/>
          <p:cNvSpPr txBox="1"/>
          <p:nvPr>
            <p:ph idx="6" type="subTitle"/>
          </p:nvPr>
        </p:nvSpPr>
        <p:spPr>
          <a:xfrm>
            <a:off x="3308586" y="15389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2" name="Google Shape;292;p25"/>
          <p:cNvSpPr txBox="1"/>
          <p:nvPr>
            <p:ph idx="7" type="body"/>
          </p:nvPr>
        </p:nvSpPr>
        <p:spPr>
          <a:xfrm>
            <a:off x="6076277" y="1967672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3" name="Google Shape;293;p25"/>
          <p:cNvSpPr txBox="1"/>
          <p:nvPr>
            <p:ph idx="8" type="subTitle"/>
          </p:nvPr>
        </p:nvSpPr>
        <p:spPr>
          <a:xfrm>
            <a:off x="6077166" y="10868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4" name="Google Shape;294;p25"/>
          <p:cNvSpPr txBox="1"/>
          <p:nvPr>
            <p:ph idx="9" type="subTitle"/>
          </p:nvPr>
        </p:nvSpPr>
        <p:spPr>
          <a:xfrm>
            <a:off x="6077166" y="15457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">
  <p:cSld name="TITLE_1_1_1_2_1_2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" type="body"/>
          </p:nvPr>
        </p:nvSpPr>
        <p:spPr>
          <a:xfrm>
            <a:off x="54000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8" name="Google Shape;298;p26"/>
          <p:cNvSpPr txBox="1"/>
          <p:nvPr>
            <p:ph idx="2" type="subTitle"/>
          </p:nvPr>
        </p:nvSpPr>
        <p:spPr>
          <a:xfrm>
            <a:off x="540675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9" name="Google Shape;299;p26"/>
          <p:cNvSpPr txBox="1"/>
          <p:nvPr>
            <p:ph idx="3" type="subTitle"/>
          </p:nvPr>
        </p:nvSpPr>
        <p:spPr>
          <a:xfrm>
            <a:off x="540675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0" name="Google Shape;300;p26"/>
          <p:cNvSpPr txBox="1"/>
          <p:nvPr>
            <p:ph idx="4" type="body"/>
          </p:nvPr>
        </p:nvSpPr>
        <p:spPr>
          <a:xfrm>
            <a:off x="259845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1" name="Google Shape;301;p26"/>
          <p:cNvSpPr txBox="1"/>
          <p:nvPr>
            <p:ph idx="5" type="subTitle"/>
          </p:nvPr>
        </p:nvSpPr>
        <p:spPr>
          <a:xfrm>
            <a:off x="2599125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2" name="Google Shape;302;p26"/>
          <p:cNvSpPr txBox="1"/>
          <p:nvPr>
            <p:ph idx="6" type="subTitle"/>
          </p:nvPr>
        </p:nvSpPr>
        <p:spPr>
          <a:xfrm>
            <a:off x="2599125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3" name="Google Shape;303;p26"/>
          <p:cNvSpPr txBox="1"/>
          <p:nvPr>
            <p:ph idx="7" type="body"/>
          </p:nvPr>
        </p:nvSpPr>
        <p:spPr>
          <a:xfrm>
            <a:off x="4657575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idx="8" type="subTitle"/>
          </p:nvPr>
        </p:nvSpPr>
        <p:spPr>
          <a:xfrm>
            <a:off x="4658250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5" name="Google Shape;305;p26"/>
          <p:cNvSpPr txBox="1"/>
          <p:nvPr>
            <p:ph idx="9" type="subTitle"/>
          </p:nvPr>
        </p:nvSpPr>
        <p:spPr>
          <a:xfrm>
            <a:off x="4658250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6" name="Google Shape;306;p26"/>
          <p:cNvSpPr txBox="1"/>
          <p:nvPr>
            <p:ph idx="13" type="subTitle"/>
          </p:nvPr>
        </p:nvSpPr>
        <p:spPr>
          <a:xfrm>
            <a:off x="6718050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7" name="Google Shape;307;p26"/>
          <p:cNvSpPr txBox="1"/>
          <p:nvPr>
            <p:ph idx="14" type="subTitle"/>
          </p:nvPr>
        </p:nvSpPr>
        <p:spPr>
          <a:xfrm>
            <a:off x="6718050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8" name="Google Shape;308;p26"/>
          <p:cNvSpPr txBox="1"/>
          <p:nvPr>
            <p:ph idx="15" type="body"/>
          </p:nvPr>
        </p:nvSpPr>
        <p:spPr>
          <a:xfrm>
            <a:off x="671670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31">
          <p15:clr>
            <a:srgbClr val="E46962"/>
          </p15:clr>
        </p15:guide>
        <p15:guide id="2" pos="1531">
          <p15:clr>
            <a:srgbClr val="E46962"/>
          </p15:clr>
        </p15:guide>
        <p15:guide id="3" pos="2827">
          <p15:clr>
            <a:srgbClr val="E46962"/>
          </p15:clr>
        </p15:guide>
        <p15:guide id="4" pos="2933">
          <p15:clr>
            <a:srgbClr val="E46962"/>
          </p15:clr>
        </p15:guide>
        <p15:guide id="5" pos="1637">
          <p15:clr>
            <a:srgbClr val="E46962"/>
          </p15:clr>
        </p15:guide>
        <p15:guide id="6" pos="4124">
          <p15:clr>
            <a:srgbClr val="E46962"/>
          </p15:clr>
        </p15:guide>
        <p15:guide id="7" pos="4229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rows of text with subtitles">
  <p:cSld name="CUSTOM_28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7"/>
          <p:cNvSpPr txBox="1"/>
          <p:nvPr>
            <p:ph idx="1" type="subTitle"/>
          </p:nvPr>
        </p:nvSpPr>
        <p:spPr>
          <a:xfrm>
            <a:off x="543675" y="1080000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2" name="Google Shape;312;p27"/>
          <p:cNvSpPr txBox="1"/>
          <p:nvPr>
            <p:ph idx="2" type="body"/>
          </p:nvPr>
        </p:nvSpPr>
        <p:spPr>
          <a:xfrm>
            <a:off x="541875" y="1348011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3" name="Google Shape;313;p27"/>
          <p:cNvSpPr txBox="1"/>
          <p:nvPr>
            <p:ph idx="3" type="subTitle"/>
          </p:nvPr>
        </p:nvSpPr>
        <p:spPr>
          <a:xfrm>
            <a:off x="542775" y="3515658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4" name="Google Shape;314;p27"/>
          <p:cNvSpPr txBox="1"/>
          <p:nvPr>
            <p:ph idx="4" type="body"/>
          </p:nvPr>
        </p:nvSpPr>
        <p:spPr>
          <a:xfrm>
            <a:off x="540975" y="3783670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5" name="Google Shape;315;p27"/>
          <p:cNvSpPr txBox="1"/>
          <p:nvPr>
            <p:ph idx="5" type="subTitle"/>
          </p:nvPr>
        </p:nvSpPr>
        <p:spPr>
          <a:xfrm>
            <a:off x="541875" y="2297829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6" name="Google Shape;316;p27"/>
          <p:cNvSpPr txBox="1"/>
          <p:nvPr>
            <p:ph idx="6" type="body"/>
          </p:nvPr>
        </p:nvSpPr>
        <p:spPr>
          <a:xfrm>
            <a:off x="540075" y="2565840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81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header, text, image">
  <p:cSld name="TITLE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/>
          <p:nvPr>
            <p:ph idx="1" type="body"/>
          </p:nvPr>
        </p:nvSpPr>
        <p:spPr>
          <a:xfrm>
            <a:off x="540000" y="1080000"/>
            <a:ext cx="3932400" cy="3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9" name="Google Shape;319;p28"/>
          <p:cNvSpPr/>
          <p:nvPr>
            <p:ph idx="2" type="pic"/>
          </p:nvPr>
        </p:nvSpPr>
        <p:spPr>
          <a:xfrm>
            <a:off x="4686475" y="1080000"/>
            <a:ext cx="3917400" cy="34674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28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28"/>
          <p:cNvSpPr txBox="1"/>
          <p:nvPr>
            <p:ph idx="3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text, image">
  <p:cSld name="TITLE_1_1_1_1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 txBox="1"/>
          <p:nvPr>
            <p:ph idx="1" type="body"/>
          </p:nvPr>
        </p:nvSpPr>
        <p:spPr>
          <a:xfrm>
            <a:off x="540000" y="1080000"/>
            <a:ext cx="3932400" cy="3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24" name="Google Shape;324;p29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9"/>
          <p:cNvSpPr/>
          <p:nvPr>
            <p:ph idx="2" type="pic"/>
          </p:nvPr>
        </p:nvSpPr>
        <p:spPr>
          <a:xfrm>
            <a:off x="4686475" y="1080000"/>
            <a:ext cx="3917400" cy="346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1 section on the right">
  <p:cSld name="CUSTOM_18_2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30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0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0"/>
          <p:cNvSpPr txBox="1"/>
          <p:nvPr>
            <p:ph idx="1" type="body"/>
          </p:nvPr>
        </p:nvSpPr>
        <p:spPr>
          <a:xfrm>
            <a:off x="3544250" y="1108050"/>
            <a:ext cx="50598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0" name="Google Shape;330;p30"/>
          <p:cNvSpPr txBox="1"/>
          <p:nvPr>
            <p:ph idx="2" type="subTitle"/>
          </p:nvPr>
        </p:nvSpPr>
        <p:spPr>
          <a:xfrm>
            <a:off x="3544250" y="7480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1" name="Google Shape;331;p30"/>
          <p:cNvSpPr txBox="1"/>
          <p:nvPr>
            <p:ph idx="3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2 sections on the right">
  <p:cSld name="CUSTOM_18_2_2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31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1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1" type="subTitle"/>
          </p:nvPr>
        </p:nvSpPr>
        <p:spPr>
          <a:xfrm>
            <a:off x="3543050" y="360000"/>
            <a:ext cx="5061000" cy="4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2" type="body"/>
          </p:nvPr>
        </p:nvSpPr>
        <p:spPr>
          <a:xfrm>
            <a:off x="3541250" y="858338"/>
            <a:ext cx="50610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7" name="Google Shape;337;p31"/>
          <p:cNvSpPr txBox="1"/>
          <p:nvPr>
            <p:ph idx="3" type="subTitle"/>
          </p:nvPr>
        </p:nvSpPr>
        <p:spPr>
          <a:xfrm>
            <a:off x="3541250" y="2624421"/>
            <a:ext cx="5061000" cy="4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idx="4" type="body"/>
          </p:nvPr>
        </p:nvSpPr>
        <p:spPr>
          <a:xfrm>
            <a:off x="3539450" y="3122759"/>
            <a:ext cx="50610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9" name="Google Shape;339;p31"/>
          <p:cNvSpPr txBox="1"/>
          <p:nvPr>
            <p:ph idx="5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3 sections on the right">
  <p:cSld name="CUSTOM_18_2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1" name="Google Shape;341;p32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2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32"/>
          <p:cNvSpPr txBox="1"/>
          <p:nvPr>
            <p:ph idx="1" type="subTitle"/>
          </p:nvPr>
        </p:nvSpPr>
        <p:spPr>
          <a:xfrm>
            <a:off x="3543050" y="36000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4" name="Google Shape;344;p32"/>
          <p:cNvSpPr txBox="1"/>
          <p:nvPr>
            <p:ph idx="2" type="body"/>
          </p:nvPr>
        </p:nvSpPr>
        <p:spPr>
          <a:xfrm>
            <a:off x="3541250" y="683675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5" name="Google Shape;345;p32"/>
          <p:cNvSpPr txBox="1"/>
          <p:nvPr>
            <p:ph idx="3" type="subTitle"/>
          </p:nvPr>
        </p:nvSpPr>
        <p:spPr>
          <a:xfrm>
            <a:off x="3542150" y="3301525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6" name="Google Shape;346;p32"/>
          <p:cNvSpPr txBox="1"/>
          <p:nvPr>
            <p:ph idx="4" type="body"/>
          </p:nvPr>
        </p:nvSpPr>
        <p:spPr>
          <a:xfrm>
            <a:off x="3540350" y="3625200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7" name="Google Shape;347;p32"/>
          <p:cNvSpPr txBox="1"/>
          <p:nvPr>
            <p:ph idx="5" type="subTitle"/>
          </p:nvPr>
        </p:nvSpPr>
        <p:spPr>
          <a:xfrm>
            <a:off x="3541250" y="1830763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8" name="Google Shape;348;p32"/>
          <p:cNvSpPr txBox="1"/>
          <p:nvPr>
            <p:ph idx="6" type="body"/>
          </p:nvPr>
        </p:nvSpPr>
        <p:spPr>
          <a:xfrm>
            <a:off x="3539450" y="2154438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9" name="Google Shape;349;p32"/>
          <p:cNvSpPr txBox="1"/>
          <p:nvPr>
            <p:ph idx="7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18_2_2_1_1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1" name="Google Shape;351;p33"/>
          <p:cNvCxnSpPr/>
          <p:nvPr/>
        </p:nvCxnSpPr>
        <p:spPr>
          <a:xfrm>
            <a:off x="2728150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33"/>
          <p:cNvSpPr txBox="1"/>
          <p:nvPr>
            <p:ph idx="1" type="subTitle"/>
          </p:nvPr>
        </p:nvSpPr>
        <p:spPr>
          <a:xfrm>
            <a:off x="3010029" y="360000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3" name="Google Shape;353;p33"/>
          <p:cNvSpPr txBox="1"/>
          <p:nvPr>
            <p:ph idx="2" type="body"/>
          </p:nvPr>
        </p:nvSpPr>
        <p:spPr>
          <a:xfrm>
            <a:off x="3008040" y="617650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4" name="Google Shape;354;p33"/>
          <p:cNvSpPr txBox="1"/>
          <p:nvPr>
            <p:ph idx="3" type="subTitle"/>
          </p:nvPr>
        </p:nvSpPr>
        <p:spPr>
          <a:xfrm>
            <a:off x="540000" y="1751775"/>
            <a:ext cx="1890000" cy="4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5" name="Google Shape;355;p33"/>
          <p:cNvSpPr/>
          <p:nvPr>
            <p:ph idx="4" type="pic"/>
          </p:nvPr>
        </p:nvSpPr>
        <p:spPr>
          <a:xfrm>
            <a:off x="540000" y="369350"/>
            <a:ext cx="1213200" cy="12132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33"/>
          <p:cNvSpPr txBox="1"/>
          <p:nvPr>
            <p:ph idx="5" type="subTitle"/>
          </p:nvPr>
        </p:nvSpPr>
        <p:spPr>
          <a:xfrm>
            <a:off x="540000" y="2228925"/>
            <a:ext cx="1890000" cy="1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7" name="Google Shape;357;p33"/>
          <p:cNvSpPr txBox="1"/>
          <p:nvPr>
            <p:ph idx="6" type="body"/>
          </p:nvPr>
        </p:nvSpPr>
        <p:spPr>
          <a:xfrm>
            <a:off x="540000" y="2502475"/>
            <a:ext cx="18900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8" name="Google Shape;358;p33"/>
          <p:cNvSpPr txBox="1"/>
          <p:nvPr>
            <p:ph idx="7" type="subTitle"/>
          </p:nvPr>
        </p:nvSpPr>
        <p:spPr>
          <a:xfrm>
            <a:off x="3009034" y="32672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9" name="Google Shape;359;p33"/>
          <p:cNvSpPr txBox="1"/>
          <p:nvPr>
            <p:ph idx="8" type="body"/>
          </p:nvPr>
        </p:nvSpPr>
        <p:spPr>
          <a:xfrm>
            <a:off x="3007045" y="35248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0" name="Google Shape;360;p33"/>
          <p:cNvSpPr txBox="1"/>
          <p:nvPr>
            <p:ph idx="9" type="subTitle"/>
          </p:nvPr>
        </p:nvSpPr>
        <p:spPr>
          <a:xfrm>
            <a:off x="3008040" y="18206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1" name="Google Shape;361;p33"/>
          <p:cNvSpPr txBox="1"/>
          <p:nvPr>
            <p:ph idx="13" type="body"/>
          </p:nvPr>
        </p:nvSpPr>
        <p:spPr>
          <a:xfrm>
            <a:off x="3006050" y="20782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2" name="Google Shape;362;p33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Devoteam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| </a:t>
            </a: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3" name="Google Shape;363;p33"/>
          <p:cNvSpPr txBox="1"/>
          <p:nvPr>
            <p:ph idx="14" type="subTitle"/>
          </p:nvPr>
        </p:nvSpPr>
        <p:spPr>
          <a:xfrm>
            <a:off x="540000" y="4334175"/>
            <a:ext cx="18900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b="1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 with logo">
  <p:cSld name="CUSTOM_18_2_2_1_1_1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5" name="Google Shape;365;p34"/>
          <p:cNvCxnSpPr/>
          <p:nvPr/>
        </p:nvCxnSpPr>
        <p:spPr>
          <a:xfrm>
            <a:off x="2728150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540000" y="1751775"/>
            <a:ext cx="1890000" cy="4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67" name="Google Shape;367;p34"/>
          <p:cNvSpPr/>
          <p:nvPr>
            <p:ph idx="2" type="pic"/>
          </p:nvPr>
        </p:nvSpPr>
        <p:spPr>
          <a:xfrm>
            <a:off x="540000" y="369350"/>
            <a:ext cx="1213200" cy="12132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34"/>
          <p:cNvSpPr txBox="1"/>
          <p:nvPr>
            <p:ph idx="3" type="subTitle"/>
          </p:nvPr>
        </p:nvSpPr>
        <p:spPr>
          <a:xfrm>
            <a:off x="540000" y="2228925"/>
            <a:ext cx="1890000" cy="1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9" name="Google Shape;369;p34"/>
          <p:cNvSpPr txBox="1"/>
          <p:nvPr>
            <p:ph idx="4" type="body"/>
          </p:nvPr>
        </p:nvSpPr>
        <p:spPr>
          <a:xfrm>
            <a:off x="540000" y="2502475"/>
            <a:ext cx="18900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0" name="Google Shape;370;p34"/>
          <p:cNvSpPr txBox="1"/>
          <p:nvPr/>
        </p:nvSpPr>
        <p:spPr>
          <a:xfrm>
            <a:off x="540000" y="4783500"/>
            <a:ext cx="7847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1" name="Google Shape;371;p34"/>
          <p:cNvSpPr txBox="1"/>
          <p:nvPr>
            <p:ph idx="5" type="subTitle"/>
          </p:nvPr>
        </p:nvSpPr>
        <p:spPr>
          <a:xfrm>
            <a:off x="540000" y="4334175"/>
            <a:ext cx="18900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b="1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372" name="Google Shape;37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000" y="4698000"/>
            <a:ext cx="932875" cy="2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4"/>
          <p:cNvSpPr txBox="1"/>
          <p:nvPr>
            <p:ph idx="6" type="subTitle"/>
          </p:nvPr>
        </p:nvSpPr>
        <p:spPr>
          <a:xfrm>
            <a:off x="3010029" y="360000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4" name="Google Shape;374;p34"/>
          <p:cNvSpPr txBox="1"/>
          <p:nvPr>
            <p:ph idx="7" type="body"/>
          </p:nvPr>
        </p:nvSpPr>
        <p:spPr>
          <a:xfrm>
            <a:off x="3008040" y="617650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5" name="Google Shape;375;p34"/>
          <p:cNvSpPr txBox="1"/>
          <p:nvPr>
            <p:ph idx="8" type="subTitle"/>
          </p:nvPr>
        </p:nvSpPr>
        <p:spPr>
          <a:xfrm>
            <a:off x="3009034" y="32672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6" name="Google Shape;376;p34"/>
          <p:cNvSpPr txBox="1"/>
          <p:nvPr>
            <p:ph idx="9" type="body"/>
          </p:nvPr>
        </p:nvSpPr>
        <p:spPr>
          <a:xfrm>
            <a:off x="3007045" y="35248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7" name="Google Shape;377;p34"/>
          <p:cNvSpPr txBox="1"/>
          <p:nvPr>
            <p:ph idx="13" type="subTitle"/>
          </p:nvPr>
        </p:nvSpPr>
        <p:spPr>
          <a:xfrm>
            <a:off x="3008040" y="18206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8" name="Google Shape;378;p34"/>
          <p:cNvSpPr txBox="1"/>
          <p:nvPr>
            <p:ph idx="14" type="body"/>
          </p:nvPr>
        </p:nvSpPr>
        <p:spPr>
          <a:xfrm>
            <a:off x="3006050" y="20782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charter">
  <p:cSld name="CUSTOM_18_2_2_1_1_1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0" name="Google Shape;380;p35"/>
          <p:cNvCxnSpPr/>
          <p:nvPr/>
        </p:nvCxnSpPr>
        <p:spPr>
          <a:xfrm>
            <a:off x="3183625" y="1075050"/>
            <a:ext cx="0" cy="347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>
            <p:ph idx="1" type="body"/>
          </p:nvPr>
        </p:nvSpPr>
        <p:spPr>
          <a:xfrm>
            <a:off x="3544250" y="1435050"/>
            <a:ext cx="5059800" cy="31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2" type="subTitle"/>
          </p:nvPr>
        </p:nvSpPr>
        <p:spPr>
          <a:xfrm>
            <a:off x="3544250" y="10750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3" name="Google Shape;383;p35"/>
          <p:cNvSpPr txBox="1"/>
          <p:nvPr>
            <p:ph idx="3" type="body"/>
          </p:nvPr>
        </p:nvSpPr>
        <p:spPr>
          <a:xfrm>
            <a:off x="540000" y="1435050"/>
            <a:ext cx="2283000" cy="8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4" name="Google Shape;384;p3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35"/>
          <p:cNvSpPr txBox="1"/>
          <p:nvPr>
            <p:ph idx="4" type="body"/>
          </p:nvPr>
        </p:nvSpPr>
        <p:spPr>
          <a:xfrm>
            <a:off x="540050" y="2861850"/>
            <a:ext cx="2253900" cy="16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6" name="Google Shape;386;p35"/>
          <p:cNvSpPr txBox="1"/>
          <p:nvPr>
            <p:ph idx="5" type="subTitle"/>
          </p:nvPr>
        </p:nvSpPr>
        <p:spPr>
          <a:xfrm>
            <a:off x="540050" y="2501850"/>
            <a:ext cx="22539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7" name="Google Shape;387;p35"/>
          <p:cNvSpPr txBox="1"/>
          <p:nvPr>
            <p:ph idx="6" type="subTitle"/>
          </p:nvPr>
        </p:nvSpPr>
        <p:spPr>
          <a:xfrm>
            <a:off x="540000" y="1077525"/>
            <a:ext cx="22539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e">
  <p:cSld name="CUSTOM_18_2_2_1_1_1_1_2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36"/>
          <p:cNvSpPr txBox="1"/>
          <p:nvPr>
            <p:ph idx="1" type="body"/>
          </p:nvPr>
        </p:nvSpPr>
        <p:spPr>
          <a:xfrm>
            <a:off x="60645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91" name="Google Shape;391;p36"/>
          <p:cNvSpPr txBox="1"/>
          <p:nvPr>
            <p:ph idx="2" type="subTitle"/>
          </p:nvPr>
        </p:nvSpPr>
        <p:spPr>
          <a:xfrm>
            <a:off x="540000" y="102340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92" name="Google Shape;392;p36"/>
          <p:cNvSpPr/>
          <p:nvPr/>
        </p:nvSpPr>
        <p:spPr>
          <a:xfrm>
            <a:off x="54000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36"/>
          <p:cNvSpPr/>
          <p:nvPr/>
        </p:nvSpPr>
        <p:spPr>
          <a:xfrm>
            <a:off x="121995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36"/>
          <p:cNvSpPr txBox="1"/>
          <p:nvPr>
            <p:ph idx="3" type="title"/>
          </p:nvPr>
        </p:nvSpPr>
        <p:spPr>
          <a:xfrm>
            <a:off x="60645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5" name="Google Shape;395;p36"/>
          <p:cNvSpPr txBox="1"/>
          <p:nvPr>
            <p:ph idx="4" type="body"/>
          </p:nvPr>
        </p:nvSpPr>
        <p:spPr>
          <a:xfrm>
            <a:off x="713055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96" name="Google Shape;396;p36"/>
          <p:cNvSpPr/>
          <p:nvPr/>
        </p:nvSpPr>
        <p:spPr>
          <a:xfrm>
            <a:off x="706410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774405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36"/>
          <p:cNvSpPr txBox="1"/>
          <p:nvPr>
            <p:ph idx="5" type="title"/>
          </p:nvPr>
        </p:nvSpPr>
        <p:spPr>
          <a:xfrm>
            <a:off x="713055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9" name="Google Shape;399;p36"/>
          <p:cNvSpPr txBox="1"/>
          <p:nvPr>
            <p:ph idx="6" type="body"/>
          </p:nvPr>
        </p:nvSpPr>
        <p:spPr>
          <a:xfrm>
            <a:off x="386850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0" name="Google Shape;400;p36"/>
          <p:cNvSpPr/>
          <p:nvPr/>
        </p:nvSpPr>
        <p:spPr>
          <a:xfrm>
            <a:off x="380205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36"/>
          <p:cNvSpPr/>
          <p:nvPr/>
        </p:nvSpPr>
        <p:spPr>
          <a:xfrm>
            <a:off x="448200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36"/>
          <p:cNvSpPr txBox="1"/>
          <p:nvPr>
            <p:ph idx="7" type="title"/>
          </p:nvPr>
        </p:nvSpPr>
        <p:spPr>
          <a:xfrm>
            <a:off x="386850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36"/>
          <p:cNvSpPr txBox="1"/>
          <p:nvPr>
            <p:ph idx="8" type="body"/>
          </p:nvPr>
        </p:nvSpPr>
        <p:spPr>
          <a:xfrm>
            <a:off x="5499525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4" name="Google Shape;404;p36"/>
          <p:cNvSpPr/>
          <p:nvPr/>
        </p:nvSpPr>
        <p:spPr>
          <a:xfrm>
            <a:off x="5433075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6113025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36"/>
          <p:cNvSpPr txBox="1"/>
          <p:nvPr>
            <p:ph idx="9" type="title"/>
          </p:nvPr>
        </p:nvSpPr>
        <p:spPr>
          <a:xfrm>
            <a:off x="5499530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7" name="Google Shape;407;p36"/>
          <p:cNvSpPr txBox="1"/>
          <p:nvPr>
            <p:ph idx="13" type="body"/>
          </p:nvPr>
        </p:nvSpPr>
        <p:spPr>
          <a:xfrm>
            <a:off x="2237475" y="1868538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8" name="Google Shape;408;p36"/>
          <p:cNvSpPr/>
          <p:nvPr/>
        </p:nvSpPr>
        <p:spPr>
          <a:xfrm>
            <a:off x="2171025" y="1439713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2850975" y="1346888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36"/>
          <p:cNvSpPr txBox="1"/>
          <p:nvPr>
            <p:ph idx="14" type="title"/>
          </p:nvPr>
        </p:nvSpPr>
        <p:spPr>
          <a:xfrm>
            <a:off x="2237480" y="158236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1" name="Google Shape;411;p36"/>
          <p:cNvSpPr txBox="1"/>
          <p:nvPr>
            <p:ph idx="15" type="body"/>
          </p:nvPr>
        </p:nvSpPr>
        <p:spPr>
          <a:xfrm>
            <a:off x="60645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12" name="Google Shape;412;p36"/>
          <p:cNvSpPr txBox="1"/>
          <p:nvPr>
            <p:ph idx="16" type="subTitle"/>
          </p:nvPr>
        </p:nvSpPr>
        <p:spPr>
          <a:xfrm>
            <a:off x="540000" y="290345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13" name="Google Shape;413;p36"/>
          <p:cNvSpPr/>
          <p:nvPr/>
        </p:nvSpPr>
        <p:spPr>
          <a:xfrm>
            <a:off x="54000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121995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6"/>
          <p:cNvSpPr txBox="1"/>
          <p:nvPr>
            <p:ph idx="17" type="title"/>
          </p:nvPr>
        </p:nvSpPr>
        <p:spPr>
          <a:xfrm>
            <a:off x="60645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6" name="Google Shape;416;p36"/>
          <p:cNvSpPr txBox="1"/>
          <p:nvPr>
            <p:ph idx="18" type="body"/>
          </p:nvPr>
        </p:nvSpPr>
        <p:spPr>
          <a:xfrm>
            <a:off x="713055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17" name="Google Shape;417;p36"/>
          <p:cNvSpPr/>
          <p:nvPr/>
        </p:nvSpPr>
        <p:spPr>
          <a:xfrm>
            <a:off x="706410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774405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36"/>
          <p:cNvSpPr txBox="1"/>
          <p:nvPr>
            <p:ph idx="19" type="title"/>
          </p:nvPr>
        </p:nvSpPr>
        <p:spPr>
          <a:xfrm>
            <a:off x="713055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0" name="Google Shape;420;p36"/>
          <p:cNvSpPr txBox="1"/>
          <p:nvPr>
            <p:ph idx="20" type="body"/>
          </p:nvPr>
        </p:nvSpPr>
        <p:spPr>
          <a:xfrm>
            <a:off x="386850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1" name="Google Shape;421;p36"/>
          <p:cNvSpPr/>
          <p:nvPr/>
        </p:nvSpPr>
        <p:spPr>
          <a:xfrm>
            <a:off x="380205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448200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36"/>
          <p:cNvSpPr txBox="1"/>
          <p:nvPr>
            <p:ph idx="21" type="title"/>
          </p:nvPr>
        </p:nvSpPr>
        <p:spPr>
          <a:xfrm>
            <a:off x="386850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4" name="Google Shape;424;p36"/>
          <p:cNvSpPr txBox="1"/>
          <p:nvPr>
            <p:ph idx="22" type="body"/>
          </p:nvPr>
        </p:nvSpPr>
        <p:spPr>
          <a:xfrm>
            <a:off x="5499525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5" name="Google Shape;425;p36"/>
          <p:cNvSpPr/>
          <p:nvPr/>
        </p:nvSpPr>
        <p:spPr>
          <a:xfrm>
            <a:off x="5433075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6113025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36"/>
          <p:cNvSpPr txBox="1"/>
          <p:nvPr>
            <p:ph idx="23" type="title"/>
          </p:nvPr>
        </p:nvSpPr>
        <p:spPr>
          <a:xfrm>
            <a:off x="5499530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8" name="Google Shape;428;p36"/>
          <p:cNvSpPr txBox="1"/>
          <p:nvPr>
            <p:ph idx="24" type="body"/>
          </p:nvPr>
        </p:nvSpPr>
        <p:spPr>
          <a:xfrm>
            <a:off x="2237475" y="3748588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9" name="Google Shape;429;p36"/>
          <p:cNvSpPr/>
          <p:nvPr/>
        </p:nvSpPr>
        <p:spPr>
          <a:xfrm>
            <a:off x="2171025" y="3319763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2850975" y="3226938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36"/>
          <p:cNvSpPr txBox="1"/>
          <p:nvPr>
            <p:ph idx="25" type="title"/>
          </p:nvPr>
        </p:nvSpPr>
        <p:spPr>
          <a:xfrm>
            <a:off x="2237480" y="34624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us report">
  <p:cSld name="CUSTOM_18_2_2_1_1_1_1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" name="Google Shape;433;p37"/>
          <p:cNvCxnSpPr/>
          <p:nvPr/>
        </p:nvCxnSpPr>
        <p:spPr>
          <a:xfrm>
            <a:off x="3183625" y="1235875"/>
            <a:ext cx="0" cy="331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7"/>
          <p:cNvSpPr txBox="1"/>
          <p:nvPr>
            <p:ph idx="1" type="body"/>
          </p:nvPr>
        </p:nvSpPr>
        <p:spPr>
          <a:xfrm>
            <a:off x="3544250" y="1587450"/>
            <a:ext cx="5059800" cy="11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5" name="Google Shape;435;p37"/>
          <p:cNvSpPr txBox="1"/>
          <p:nvPr>
            <p:ph idx="2" type="subTitle"/>
          </p:nvPr>
        </p:nvSpPr>
        <p:spPr>
          <a:xfrm>
            <a:off x="3544250" y="12274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3" type="body"/>
          </p:nvPr>
        </p:nvSpPr>
        <p:spPr>
          <a:xfrm>
            <a:off x="525450" y="3961375"/>
            <a:ext cx="22830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7" name="Google Shape;437;p37"/>
          <p:cNvSpPr txBox="1"/>
          <p:nvPr>
            <p:ph idx="4" type="subTitle"/>
          </p:nvPr>
        </p:nvSpPr>
        <p:spPr>
          <a:xfrm>
            <a:off x="525450" y="3603850"/>
            <a:ext cx="22830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8" name="Google Shape;438;p37"/>
          <p:cNvSpPr txBox="1"/>
          <p:nvPr>
            <p:ph type="title"/>
          </p:nvPr>
        </p:nvSpPr>
        <p:spPr>
          <a:xfrm>
            <a:off x="540000" y="360000"/>
            <a:ext cx="22539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9" name="Google Shape;439;p37"/>
          <p:cNvSpPr txBox="1"/>
          <p:nvPr>
            <p:ph idx="5" type="subTitle"/>
          </p:nvPr>
        </p:nvSpPr>
        <p:spPr>
          <a:xfrm>
            <a:off x="540000" y="648125"/>
            <a:ext cx="22539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440" name="Google Shape;440;p37"/>
          <p:cNvSpPr txBox="1"/>
          <p:nvPr>
            <p:ph idx="6" type="body"/>
          </p:nvPr>
        </p:nvSpPr>
        <p:spPr>
          <a:xfrm>
            <a:off x="3544250" y="3365475"/>
            <a:ext cx="5059800" cy="11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1" name="Google Shape;441;p37"/>
          <p:cNvSpPr txBox="1"/>
          <p:nvPr>
            <p:ph idx="7" type="subTitle"/>
          </p:nvPr>
        </p:nvSpPr>
        <p:spPr>
          <a:xfrm>
            <a:off x="3544250" y="3005475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2" name="Google Shape;442;p37"/>
          <p:cNvSpPr/>
          <p:nvPr/>
        </p:nvSpPr>
        <p:spPr>
          <a:xfrm>
            <a:off x="525450" y="1235875"/>
            <a:ext cx="2283000" cy="745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3" name="Google Shape;443;p37"/>
          <p:cNvSpPr txBox="1"/>
          <p:nvPr>
            <p:ph idx="8" type="body"/>
          </p:nvPr>
        </p:nvSpPr>
        <p:spPr>
          <a:xfrm>
            <a:off x="540000" y="2690450"/>
            <a:ext cx="22830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4" name="Google Shape;444;p37"/>
          <p:cNvSpPr txBox="1"/>
          <p:nvPr>
            <p:ph idx="9" type="subTitle"/>
          </p:nvPr>
        </p:nvSpPr>
        <p:spPr>
          <a:xfrm>
            <a:off x="540000" y="2332925"/>
            <a:ext cx="22830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5" name="Google Shape;445;p37"/>
          <p:cNvSpPr txBox="1"/>
          <p:nvPr/>
        </p:nvSpPr>
        <p:spPr>
          <a:xfrm>
            <a:off x="635863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Status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6" name="Google Shape;446;p37"/>
          <p:cNvSpPr txBox="1"/>
          <p:nvPr/>
        </p:nvSpPr>
        <p:spPr>
          <a:xfrm>
            <a:off x="1380746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Files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>
            <a:off x="2125629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Owner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8" name="Google Shape;448;p37"/>
          <p:cNvSpPr/>
          <p:nvPr>
            <p:ph idx="13" type="pic"/>
          </p:nvPr>
        </p:nvSpPr>
        <p:spPr>
          <a:xfrm>
            <a:off x="2213975" y="1333075"/>
            <a:ext cx="395700" cy="3957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 case scoping">
  <p:cSld name="TITLE_1_1_1_2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38"/>
          <p:cNvCxnSpPr/>
          <p:nvPr/>
        </p:nvCxnSpPr>
        <p:spPr>
          <a:xfrm>
            <a:off x="2480125" y="1397000"/>
            <a:ext cx="0" cy="2451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1" name="Google Shape;451;p38"/>
          <p:cNvSpPr txBox="1"/>
          <p:nvPr>
            <p:ph idx="1" type="body"/>
          </p:nvPr>
        </p:nvSpPr>
        <p:spPr>
          <a:xfrm>
            <a:off x="540000" y="1397000"/>
            <a:ext cx="17772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2" name="Google Shape;452;p38"/>
          <p:cNvSpPr txBox="1"/>
          <p:nvPr>
            <p:ph idx="2" type="subTitle"/>
          </p:nvPr>
        </p:nvSpPr>
        <p:spPr>
          <a:xfrm>
            <a:off x="540900" y="1080000"/>
            <a:ext cx="17772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3" name="Google Shape;453;p38"/>
          <p:cNvSpPr txBox="1"/>
          <p:nvPr>
            <p:ph idx="3" type="body"/>
          </p:nvPr>
        </p:nvSpPr>
        <p:spPr>
          <a:xfrm>
            <a:off x="5322100" y="1397000"/>
            <a:ext cx="32799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4" name="Google Shape;454;p38"/>
          <p:cNvSpPr txBox="1"/>
          <p:nvPr>
            <p:ph idx="4" type="subTitle"/>
          </p:nvPr>
        </p:nvSpPr>
        <p:spPr>
          <a:xfrm>
            <a:off x="5323761" y="10800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5" name="Google Shape;455;p38"/>
          <p:cNvSpPr txBox="1"/>
          <p:nvPr>
            <p:ph idx="5" type="body"/>
          </p:nvPr>
        </p:nvSpPr>
        <p:spPr>
          <a:xfrm>
            <a:off x="2641550" y="1397000"/>
            <a:ext cx="23547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6" name="Google Shape;456;p38"/>
          <p:cNvSpPr txBox="1"/>
          <p:nvPr>
            <p:ph idx="6" type="subTitle"/>
          </p:nvPr>
        </p:nvSpPr>
        <p:spPr>
          <a:xfrm>
            <a:off x="2642742" y="1080000"/>
            <a:ext cx="23547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7" name="Google Shape;457;p38"/>
          <p:cNvSpPr/>
          <p:nvPr/>
        </p:nvSpPr>
        <p:spPr>
          <a:xfrm>
            <a:off x="2450125" y="1132500"/>
            <a:ext cx="60600" cy="108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458" name="Google Shape;458;p38"/>
          <p:cNvCxnSpPr/>
          <p:nvPr/>
        </p:nvCxnSpPr>
        <p:spPr>
          <a:xfrm>
            <a:off x="5158875" y="1397000"/>
            <a:ext cx="0" cy="3156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9" name="Google Shape;459;p38"/>
          <p:cNvSpPr/>
          <p:nvPr/>
        </p:nvSpPr>
        <p:spPr>
          <a:xfrm>
            <a:off x="5128875" y="1132500"/>
            <a:ext cx="60600" cy="108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60" name="Google Shape;460;p38"/>
          <p:cNvSpPr txBox="1"/>
          <p:nvPr>
            <p:ph idx="7" type="body"/>
          </p:nvPr>
        </p:nvSpPr>
        <p:spPr>
          <a:xfrm>
            <a:off x="5322925" y="2444400"/>
            <a:ext cx="32799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1" name="Google Shape;461;p38"/>
          <p:cNvSpPr txBox="1"/>
          <p:nvPr>
            <p:ph idx="8" type="subTitle"/>
          </p:nvPr>
        </p:nvSpPr>
        <p:spPr>
          <a:xfrm>
            <a:off x="5324586" y="21274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62" name="Google Shape;462;p38"/>
          <p:cNvSpPr txBox="1"/>
          <p:nvPr>
            <p:ph idx="9" type="body"/>
          </p:nvPr>
        </p:nvSpPr>
        <p:spPr>
          <a:xfrm>
            <a:off x="5321500" y="3523900"/>
            <a:ext cx="3279900" cy="102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3" name="Google Shape;463;p38"/>
          <p:cNvSpPr txBox="1"/>
          <p:nvPr>
            <p:ph idx="13" type="subTitle"/>
          </p:nvPr>
        </p:nvSpPr>
        <p:spPr>
          <a:xfrm>
            <a:off x="5323161" y="32069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64" name="Google Shape;464;p38"/>
          <p:cNvSpPr txBox="1"/>
          <p:nvPr>
            <p:ph type="title"/>
          </p:nvPr>
        </p:nvSpPr>
        <p:spPr>
          <a:xfrm>
            <a:off x="540000" y="360000"/>
            <a:ext cx="44574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14" type="subTitle"/>
          </p:nvPr>
        </p:nvSpPr>
        <p:spPr>
          <a:xfrm>
            <a:off x="540000" y="687125"/>
            <a:ext cx="4456200" cy="21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66" name="Google Shape;466;p38"/>
          <p:cNvSpPr txBox="1"/>
          <p:nvPr>
            <p:ph idx="15" type="subTitle"/>
          </p:nvPr>
        </p:nvSpPr>
        <p:spPr>
          <a:xfrm>
            <a:off x="540000" y="203200"/>
            <a:ext cx="4457400" cy="10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67" name="Google Shape;467;p38"/>
          <p:cNvSpPr/>
          <p:nvPr/>
        </p:nvSpPr>
        <p:spPr>
          <a:xfrm>
            <a:off x="5324575" y="203200"/>
            <a:ext cx="3279900" cy="696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68" name="Google Shape;468;p38"/>
          <p:cNvSpPr/>
          <p:nvPr>
            <p:ph idx="16" type="pic"/>
          </p:nvPr>
        </p:nvSpPr>
        <p:spPr>
          <a:xfrm>
            <a:off x="7017888" y="426575"/>
            <a:ext cx="395700" cy="395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69" name="Google Shape;469;p38"/>
          <p:cNvSpPr txBox="1"/>
          <p:nvPr>
            <p:ph idx="17" type="subTitle"/>
          </p:nvPr>
        </p:nvSpPr>
        <p:spPr>
          <a:xfrm>
            <a:off x="7022913" y="280938"/>
            <a:ext cx="1456200" cy="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b="1" sz="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0" name="Google Shape;470;p38"/>
          <p:cNvSpPr txBox="1"/>
          <p:nvPr>
            <p:ph idx="18" type="body"/>
          </p:nvPr>
        </p:nvSpPr>
        <p:spPr>
          <a:xfrm>
            <a:off x="7489588" y="424038"/>
            <a:ext cx="984600" cy="17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1" name="Google Shape;471;p38"/>
          <p:cNvSpPr/>
          <p:nvPr>
            <p:ph idx="19" type="pic"/>
          </p:nvPr>
        </p:nvSpPr>
        <p:spPr>
          <a:xfrm>
            <a:off x="5449938" y="426575"/>
            <a:ext cx="395700" cy="395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72" name="Google Shape;472;p38"/>
          <p:cNvSpPr txBox="1"/>
          <p:nvPr>
            <p:ph idx="20" type="subTitle"/>
          </p:nvPr>
        </p:nvSpPr>
        <p:spPr>
          <a:xfrm>
            <a:off x="5454963" y="280938"/>
            <a:ext cx="1456200" cy="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b="1" sz="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3" name="Google Shape;473;p38"/>
          <p:cNvSpPr txBox="1"/>
          <p:nvPr>
            <p:ph idx="21" type="body"/>
          </p:nvPr>
        </p:nvSpPr>
        <p:spPr>
          <a:xfrm>
            <a:off x="5921638" y="424038"/>
            <a:ext cx="984600" cy="17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4" name="Google Shape;474;p38"/>
          <p:cNvSpPr txBox="1"/>
          <p:nvPr>
            <p:ph idx="22" type="body"/>
          </p:nvPr>
        </p:nvSpPr>
        <p:spPr>
          <a:xfrm>
            <a:off x="7494313" y="642338"/>
            <a:ext cx="9846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75" name="Google Shape;475;p38"/>
          <p:cNvSpPr txBox="1"/>
          <p:nvPr>
            <p:ph idx="23" type="body"/>
          </p:nvPr>
        </p:nvSpPr>
        <p:spPr>
          <a:xfrm>
            <a:off x="5926363" y="642338"/>
            <a:ext cx="9846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mpaign summary">
  <p:cSld name="TITLE_1_3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9"/>
          <p:cNvSpPr txBox="1"/>
          <p:nvPr>
            <p:ph idx="1" type="body"/>
          </p:nvPr>
        </p:nvSpPr>
        <p:spPr>
          <a:xfrm>
            <a:off x="540000" y="1080000"/>
            <a:ext cx="6156300" cy="3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78" name="Google Shape;478;p39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9" name="Google Shape;479;p39"/>
          <p:cNvSpPr txBox="1"/>
          <p:nvPr>
            <p:ph idx="2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480" name="Google Shape;480;p39"/>
          <p:cNvSpPr/>
          <p:nvPr/>
        </p:nvSpPr>
        <p:spPr>
          <a:xfrm>
            <a:off x="6896050" y="1079975"/>
            <a:ext cx="1708200" cy="346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81" name="Google Shape;481;p39"/>
          <p:cNvSpPr txBox="1"/>
          <p:nvPr>
            <p:ph idx="3" type="body"/>
          </p:nvPr>
        </p:nvSpPr>
        <p:spPr>
          <a:xfrm>
            <a:off x="6984550" y="1465500"/>
            <a:ext cx="1531200" cy="29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82" name="Google Shape;482;p39"/>
          <p:cNvSpPr txBox="1"/>
          <p:nvPr>
            <p:ph idx="4" type="subTitle"/>
          </p:nvPr>
        </p:nvSpPr>
        <p:spPr>
          <a:xfrm>
            <a:off x="6984550" y="1192950"/>
            <a:ext cx="1531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slide with image placeholder">
  <p:cSld name="CUSTOM_27_1_1_1_1_2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0"/>
          <p:cNvSpPr txBox="1"/>
          <p:nvPr>
            <p:ph type="title"/>
          </p:nvPr>
        </p:nvSpPr>
        <p:spPr>
          <a:xfrm>
            <a:off x="6158700" y="3743325"/>
            <a:ext cx="2445600" cy="42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5" name="Google Shape;485;p40"/>
          <p:cNvGrpSpPr/>
          <p:nvPr/>
        </p:nvGrpSpPr>
        <p:grpSpPr>
          <a:xfrm>
            <a:off x="6611890" y="900006"/>
            <a:ext cx="1539227" cy="2445427"/>
            <a:chOff x="1978200" y="2883150"/>
            <a:chExt cx="383675" cy="608300"/>
          </a:xfrm>
        </p:grpSpPr>
        <p:sp>
          <p:nvSpPr>
            <p:cNvPr id="486" name="Google Shape;486;p40"/>
            <p:cNvSpPr/>
            <p:nvPr/>
          </p:nvSpPr>
          <p:spPr>
            <a:xfrm>
              <a:off x="1978200" y="2883150"/>
              <a:ext cx="382400" cy="186300"/>
            </a:xfrm>
            <a:custGeom>
              <a:rect b="b" l="l" r="r" t="t"/>
              <a:pathLst>
                <a:path extrusionOk="0" fill="none" h="7452" w="15296">
                  <a:moveTo>
                    <a:pt x="0" y="7452"/>
                  </a:moveTo>
                  <a:cubicBezTo>
                    <a:pt x="0" y="3371"/>
                    <a:pt x="3523" y="0"/>
                    <a:pt x="7591" y="0"/>
                  </a:cubicBezTo>
                  <a:cubicBezTo>
                    <a:pt x="7591" y="0"/>
                    <a:pt x="7591" y="0"/>
                    <a:pt x="7591" y="0"/>
                  </a:cubicBezTo>
                  <a:cubicBezTo>
                    <a:pt x="11671" y="0"/>
                    <a:pt x="15296" y="2978"/>
                    <a:pt x="15296" y="7452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2052650" y="2957600"/>
              <a:ext cx="229700" cy="111850"/>
            </a:xfrm>
            <a:custGeom>
              <a:rect b="b" l="l" r="r" t="t"/>
              <a:pathLst>
                <a:path extrusionOk="0" fill="none" h="4474" w="9188">
                  <a:moveTo>
                    <a:pt x="0" y="4474"/>
                  </a:moveTo>
                  <a:cubicBezTo>
                    <a:pt x="0" y="1939"/>
                    <a:pt x="2281" y="0"/>
                    <a:pt x="4714" y="0"/>
                  </a:cubicBezTo>
                  <a:cubicBezTo>
                    <a:pt x="4714" y="0"/>
                    <a:pt x="4714" y="0"/>
                    <a:pt x="4714" y="0"/>
                  </a:cubicBezTo>
                  <a:cubicBezTo>
                    <a:pt x="7249" y="0"/>
                    <a:pt x="9188" y="1939"/>
                    <a:pt x="9188" y="4474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0"/>
            <p:cNvSpPr/>
            <p:nvPr/>
          </p:nvSpPr>
          <p:spPr>
            <a:xfrm>
              <a:off x="2120750" y="3069425"/>
              <a:ext cx="161600" cy="310200"/>
            </a:xfrm>
            <a:custGeom>
              <a:rect b="b" l="l" r="r" t="t"/>
              <a:pathLst>
                <a:path extrusionOk="0" fill="none" h="12408" w="6464">
                  <a:moveTo>
                    <a:pt x="2991" y="7934"/>
                  </a:moveTo>
                  <a:cubicBezTo>
                    <a:pt x="2991" y="10962"/>
                    <a:pt x="2991" y="10962"/>
                    <a:pt x="2991" y="10962"/>
                  </a:cubicBezTo>
                  <a:cubicBezTo>
                    <a:pt x="2991" y="11913"/>
                    <a:pt x="2484" y="12407"/>
                    <a:pt x="1496" y="12407"/>
                  </a:cubicBezTo>
                  <a:cubicBezTo>
                    <a:pt x="1496" y="12407"/>
                    <a:pt x="1496" y="12407"/>
                    <a:pt x="1496" y="12407"/>
                  </a:cubicBezTo>
                  <a:cubicBezTo>
                    <a:pt x="508" y="12407"/>
                    <a:pt x="1" y="11913"/>
                    <a:pt x="1" y="10962"/>
                  </a:cubicBezTo>
                  <a:cubicBezTo>
                    <a:pt x="1" y="10025"/>
                    <a:pt x="1" y="9328"/>
                    <a:pt x="1" y="7984"/>
                  </a:cubicBezTo>
                  <a:cubicBezTo>
                    <a:pt x="1" y="6793"/>
                    <a:pt x="102" y="6350"/>
                    <a:pt x="1192" y="5602"/>
                  </a:cubicBezTo>
                  <a:cubicBezTo>
                    <a:pt x="2991" y="4461"/>
                    <a:pt x="6464" y="2979"/>
                    <a:pt x="6464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0"/>
            <p:cNvSpPr/>
            <p:nvPr/>
          </p:nvSpPr>
          <p:spPr>
            <a:xfrm>
              <a:off x="2195525" y="3069425"/>
              <a:ext cx="166350" cy="198350"/>
            </a:xfrm>
            <a:custGeom>
              <a:rect b="b" l="l" r="r" t="t"/>
              <a:pathLst>
                <a:path extrusionOk="0" fill="none" h="7934" w="6654">
                  <a:moveTo>
                    <a:pt x="0" y="7934"/>
                  </a:moveTo>
                  <a:cubicBezTo>
                    <a:pt x="3473" y="5957"/>
                    <a:pt x="6653" y="3967"/>
                    <a:pt x="6653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1978200" y="3069425"/>
              <a:ext cx="74475" cy="37100"/>
            </a:xfrm>
            <a:custGeom>
              <a:rect b="b" l="l" r="r" t="t"/>
              <a:pathLst>
                <a:path extrusionOk="0" fill="none" h="1484" w="2979">
                  <a:moveTo>
                    <a:pt x="2978" y="1"/>
                  </a:moveTo>
                  <a:cubicBezTo>
                    <a:pt x="2978" y="837"/>
                    <a:pt x="2332" y="1483"/>
                    <a:pt x="1483" y="1483"/>
                  </a:cubicBezTo>
                  <a:cubicBezTo>
                    <a:pt x="646" y="1483"/>
                    <a:pt x="0" y="837"/>
                    <a:pt x="0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2120750" y="3416975"/>
              <a:ext cx="74800" cy="74475"/>
            </a:xfrm>
            <a:custGeom>
              <a:rect b="b" l="l" r="r" t="t"/>
              <a:pathLst>
                <a:path extrusionOk="0" fill="none" h="2979" w="2992">
                  <a:moveTo>
                    <a:pt x="1496" y="0"/>
                  </a:moveTo>
                  <a:cubicBezTo>
                    <a:pt x="2320" y="0"/>
                    <a:pt x="2991" y="659"/>
                    <a:pt x="2991" y="1483"/>
                  </a:cubicBezTo>
                  <a:cubicBezTo>
                    <a:pt x="2991" y="2307"/>
                    <a:pt x="2320" y="2978"/>
                    <a:pt x="1496" y="2978"/>
                  </a:cubicBezTo>
                  <a:cubicBezTo>
                    <a:pt x="672" y="2978"/>
                    <a:pt x="1" y="2307"/>
                    <a:pt x="1" y="1483"/>
                  </a:cubicBezTo>
                  <a:cubicBezTo>
                    <a:pt x="1" y="659"/>
                    <a:pt x="672" y="0"/>
                    <a:pt x="1496" y="0"/>
                  </a:cubicBezTo>
                  <a:close/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40"/>
          <p:cNvSpPr/>
          <p:nvPr>
            <p:ph idx="2" type="pic"/>
          </p:nvPr>
        </p:nvSpPr>
        <p:spPr>
          <a:xfrm>
            <a:off x="-1209275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default image 1">
  <p:cSld name="CUSTOM_27_1_1_1_3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1"/>
          <p:cNvSpPr txBox="1"/>
          <p:nvPr/>
        </p:nvSpPr>
        <p:spPr>
          <a:xfrm>
            <a:off x="540025" y="1080000"/>
            <a:ext cx="8064000" cy="29931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chemeClr val="dk2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Thank you!</a:t>
            </a:r>
            <a:endParaRPr sz="7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96" name="Google Shape;4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1913" y="363072"/>
            <a:ext cx="1803602" cy="53386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1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8" name="Google Shape;498;p41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devoteam.com</a:t>
            </a:r>
            <a:endParaRPr sz="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02" name="Google Shape;50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5" name="Google Shape;505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6" name="Google Shape;50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40000" y="1080000"/>
            <a:ext cx="8064000" cy="3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27">
          <p15:clr>
            <a:srgbClr val="E46962"/>
          </p15:clr>
        </p15:guide>
        <p15:guide id="2" pos="340">
          <p15:clr>
            <a:srgbClr val="E46962"/>
          </p15:clr>
        </p15:guide>
        <p15:guide id="3" pos="5420">
          <p15:clr>
            <a:srgbClr val="E46962"/>
          </p15:clr>
        </p15:guide>
        <p15:guide id="4" orient="horz" pos="567">
          <p15:clr>
            <a:srgbClr val="E46962"/>
          </p15:clr>
        </p15:guide>
        <p15:guide id="5" orient="horz" pos="3013">
          <p15:clr>
            <a:srgbClr val="E46962"/>
          </p15:clr>
        </p15:guide>
        <p15:guide id="6" orient="horz" pos="680">
          <p15:clr>
            <a:srgbClr val="E46962"/>
          </p15:clr>
        </p15:guide>
        <p15:guide id="7" orient="horz" pos="2864">
          <p15:clr>
            <a:srgbClr val="E46962"/>
          </p15:clr>
        </p15:guide>
        <p15:guide id="8" orient="horz" pos="79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Rectangle 510"/>
          <p:cNvSpPr/>
          <p:nvPr/>
        </p:nvSpPr>
        <p:spPr>
          <a:xfrm>
            <a:off x="640080" y="3364992"/>
            <a:ext cx="8138160" cy="1143000"/>
          </a:xfrm>
          <a:prstGeom prst="rect">
            <a:avLst/>
          </a:prstGeom>
          <a:solidFill>
            <a:srgbClr val="00000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822960" y="342900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ontserrat"/>
              </a:rPr>
              <a:t>Self-Managed CRM on Google Cloud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Technical Proposal for PROTON  ·  Replacing Zendesk  ·  v1.0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1" i="0">
                <a:solidFill>
                  <a:srgbClr val="3C3C3A"/>
                </a:solidFill>
                <a:latin typeface="Montserrat"/>
              </a:rPr>
              <a:t>Executive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Situation: PROTON's complaint operation runs on Zendesk — a per-seat SaaS CRM. Cost scales with every agent and premium feature; data and AI behaviour sit with the vendor.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3C3C3A"/>
                </a:solidFill>
                <a:latin typeface="Montserrat"/>
              </a:rPr>
              <a:t>Proposal: replace it with a self-managed CRM — Chatwoot Community (no seat licence) + a Google Gemini / Vertex AI layer — on GCP, built to PROTON's own 5-channel SOP.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3C3C3A"/>
                </a:solidFill>
                <a:latin typeface="Montserrat"/>
              </a:rPr>
              <a:t>Why now:</a:t>
            </a:r>
          </a:p>
          <a:p>
            <a:pPr lvl="1">
              <a:spcAft>
                <a:spcPts val="400"/>
              </a:spcAft>
            </a:pPr>
            <a:r>
              <a:rPr sz="1250" b="0" i="0">
                <a:solidFill>
                  <a:srgbClr val="5A5A58"/>
                </a:solidFill>
                <a:latin typeface="Montserrat"/>
              </a:rPr>
              <a:t>Cost — eliminate recurring per-agent licensing; pay for infrastructure, not seats.</a:t>
            </a:r>
          </a:p>
          <a:p>
            <a:pPr lvl="1">
              <a:spcAft>
                <a:spcPts val="400"/>
              </a:spcAft>
            </a:pPr>
            <a:r>
              <a:rPr sz="1250" b="0" i="0">
                <a:solidFill>
                  <a:srgbClr val="5A5A58"/>
                </a:solidFill>
                <a:latin typeface="Montserrat"/>
              </a:rPr>
              <a:t>Ownership — your conversations, KB, AI prompts and data inside PROTON's GCP tenancy.</a:t>
            </a:r>
          </a:p>
          <a:p>
            <a:pPr lvl="1">
              <a:spcAft>
                <a:spcPts val="400"/>
              </a:spcAft>
            </a:pPr>
            <a:r>
              <a:rPr sz="1250" b="0" i="0">
                <a:solidFill>
                  <a:srgbClr val="5A5A58"/>
                </a:solidFill>
                <a:latin typeface="Montserrat"/>
              </a:rPr>
              <a:t>Speed — the majority is already built and demonstrated live against your SOP.</a:t>
            </a:r>
          </a:p>
          <a:p>
            <a:pPr lvl="1">
              <a:spcAft>
                <a:spcPts val="400"/>
              </a:spcAft>
            </a:pPr>
            <a:r>
              <a:rPr sz="1250" b="0" i="0">
                <a:solidFill>
                  <a:srgbClr val="5A5A58"/>
                </a:solidFill>
                <a:latin typeface="Montserrat"/>
              </a:rPr>
              <a:t>AI-native — Gemini answers in the customer's language, grounded on your own FAQ/KB.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1" i="0">
                <a:solidFill>
                  <a:srgbClr val="3C3C3A"/>
                </a:solidFill>
                <a:latin typeface="Montserrat"/>
              </a:rPr>
              <a:t>Our Understanding of Your 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576072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FB48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Montserrat"/>
                        </a:rPr>
                        <a:t>Requirement cluster</a:t>
                      </a:r>
                    </a:p>
                  </a:txBody>
                  <a:tcPr marL="64008" marR="64008" marT="27432" marB="27432" anchor="ctr">
                    <a:solidFill>
                      <a:srgbClr val="FB48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Montserrat"/>
                        </a:rPr>
                        <a:t>What you need</a:t>
                      </a:r>
                    </a:p>
                  </a:txBody>
                  <a:tcPr marL="64008" marR="64008" marT="27432" marB="27432" anchor="ctr">
                    <a:solidFill>
                      <a:srgbClr val="FB485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C3C3A"/>
                          </a:solidFill>
                          <a:latin typeface="Montserrat"/>
                        </a:rPr>
                        <a:t>Omnichannel inbound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C3C3A"/>
                          </a:solidFill>
                          <a:latin typeface="Montserrat"/>
                        </a:rPr>
                        <a:t>Call / Email / WhatsApp / Social in one view, single record, alerts, call voice-to-text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C3C3A"/>
                          </a:solidFill>
                          <a:latin typeface="Montserrat"/>
                        </a:rPr>
                        <a:t>Agent management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C3C3A"/>
                          </a:solidFill>
                          <a:latin typeface="Montserrat"/>
                        </a:rPr>
                        <a:t>On-duty check, per-agent channel priorities, status-aware assignment, reminders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C3C3A"/>
                          </a:solidFill>
                          <a:latin typeface="Montserrat"/>
                        </a:rPr>
                        <a:t>FAQ + AI support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C3C3A"/>
                          </a:solidFill>
                          <a:latin typeface="Montserrat"/>
                        </a:rPr>
                        <a:t>Live-editable KB, AI suggested replies from FAQ, one-click refer, quality scoring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C3C3A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C3C3A"/>
                          </a:solidFill>
                          <a:latin typeface="Montserrat"/>
                        </a:rPr>
                        <a:t>Escalation &amp; SLA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C3C3A"/>
                          </a:solidFill>
                          <a:latin typeface="Montserrat"/>
                        </a:rPr>
                        <a:t>Category-&gt;PIC routing, email + WhatsApp alerts, case states, 8h/48h auto-escalation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C3C3A"/>
                          </a:solidFill>
                          <a:latin typeface="Montserrat"/>
                        </a:rPr>
                        <a:t>Customer 360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C3C3A"/>
                          </a:solidFill>
                          <a:latin typeface="Montserrat"/>
                        </a:rPr>
                        <a:t>Two-way DMS + TSP integration, auto-identify by number, 360 view card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C3C3A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C3C3A"/>
                          </a:solidFill>
                          <a:latin typeface="Montserrat"/>
                        </a:rPr>
                        <a:t>Reporting / BI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C3C3A"/>
                          </a:solidFill>
                          <a:latin typeface="Montserrat"/>
                        </a:rPr>
                        <a:t>Channel &amp; dept KPIs, NPS, lifecycle, scheduled PDF/Excel, anomaly alerts, Power BI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681728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1">
                <a:solidFill>
                  <a:srgbClr val="7A7A78"/>
                </a:solidFill>
                <a:latin typeface="Montserrat"/>
              </a:rPr>
              <a:t>Mapped line-by-line from your Customer Complaint Management BR + the 5-channel CRM Process Flow workbook.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1" i="0">
                <a:solidFill>
                  <a:srgbClr val="3C3C3A"/>
                </a:solidFill>
                <a:latin typeface="Montserrat"/>
              </a:rPr>
              <a:t>What to Expect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Business Expectation</a:t>
                      </a:r>
                    </a:p>
                  </a:txBody>
                  <a:tcPr marL="64008" marR="64008" marT="27432" marB="27432" anchor="ctr">
                    <a:solidFill>
                      <a:srgbClr val="FB48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Technical Expectation</a:t>
                      </a:r>
                    </a:p>
                  </a:txBody>
                  <a:tcPr marL="64008" marR="64008" marT="27432" marB="27432" anchor="ctr">
                    <a:solidFill>
                      <a:srgbClr val="FB485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3C3C3A"/>
                          </a:solidFill>
                          <a:latin typeface="Montserrat"/>
                        </a:rPr>
                        <a:t>No per-agent / per-seat licence fees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C3C3A"/>
                          </a:solidFill>
                          <a:latin typeface="Montserrat"/>
                        </a:rPr>
                        <a:t>Chatwoot Community (open-source), self-hosted on GCP — unlimited agents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3C3C3A"/>
                          </a:solidFill>
                          <a:latin typeface="Montserrat"/>
                        </a:rPr>
                        <a:t>Your data stays yours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C3C3A"/>
                          </a:solidFill>
                          <a:latin typeface="Montserrat"/>
                        </a:rPr>
                        <a:t>All conversations, KB and AI prompts inside PROTON's GCP project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3C3C3A"/>
                          </a:solidFill>
                          <a:latin typeface="Montserrat"/>
                        </a:rPr>
                        <a:t>AI answers instantly, in the customer's language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C3C3A"/>
                          </a:solidFill>
                          <a:latin typeface="Montserrat"/>
                        </a:rPr>
                        <a:t>Gemini on Vertex AI, same-language replies, grounded on your FAQ/KB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3C3C3A"/>
                          </a:solidFill>
                          <a:latin typeface="Montserrat"/>
                        </a:rPr>
                        <a:t>Your SOP, not a generic product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C3C3A"/>
                          </a:solidFill>
                          <a:latin typeface="Montserrat"/>
                        </a:rPr>
                        <a:t>Disclaimers, idle-close, YES/NO resolution, rating surveys — as code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3C3C3A"/>
                          </a:solidFill>
                          <a:latin typeface="Montserrat"/>
                        </a:rPr>
                        <a:t>Faster complaint resolution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C3C3A"/>
                          </a:solidFill>
                          <a:latin typeface="Montserrat"/>
                        </a:rPr>
                        <a:t>Auto-classification -&gt; PIC routing, SLA timers (2-min WA ack ... 48h alarm)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3C3C3A"/>
                          </a:solidFill>
                          <a:latin typeface="Montserrat"/>
                        </a:rPr>
                        <a:t>Management visibility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C3C3A"/>
                          </a:solidFill>
                          <a:latin typeface="Montserrat"/>
                        </a:rPr>
                        <a:t>BigQuery analytics + Looker/Power BI, scheduled PDF/Excel, anomaly alerts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3C3C3A"/>
                          </a:solidFill>
                          <a:latin typeface="Montserrat"/>
                        </a:rPr>
                        <a:t>Predictable, scalable cost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C3C3A"/>
                          </a:solidFill>
                          <a:latin typeface="Montserrat"/>
                        </a:rPr>
                        <a:t>Managed GCP services; pay for what you consume, scale per tenant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3C3C3A"/>
                          </a:solidFill>
                          <a:latin typeface="Montserrat"/>
                        </a:rPr>
                        <a:t>Low delivery risk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C3C3A"/>
                          </a:solidFill>
                          <a:latin typeface="Montserrat"/>
                        </a:rPr>
                        <a:t>Majority already built &amp; demoed live — engagement is migration + hardening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-822960"/>
            <a:ext cx="6766560" cy="6766560"/>
          </a:xfrm>
          <a:prstGeom prst="ellipse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38404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B485E"/>
                </a:solidFill>
                <a:latin typeface="Montserrat"/>
              </a:rPr>
              <a:t>SECTION 2</a:t>
            </a:r>
          </a:p>
          <a:p>
            <a:pPr>
              <a:spcBef>
                <a:spcPts val="200"/>
              </a:spcBef>
            </a:pPr>
            <a:r>
              <a:rPr sz="4000" b="1" i="0">
                <a:solidFill>
                  <a:srgbClr val="3C3C3A"/>
                </a:solidFill>
                <a:latin typeface="Montserrat"/>
              </a:rPr>
              <a:t>Target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2040" y="228600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C3C3A"/>
                </a:solidFill>
                <a:latin typeface="Montserrat"/>
              </a:rPr>
              <a:t>Migrating from Zendesk (SaaS) to a self-managed platform on Google Cloud.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1" i="0">
                <a:solidFill>
                  <a:srgbClr val="3C3C3A"/>
                </a:solidFill>
                <a:latin typeface="Montserrat"/>
              </a:rPr>
              <a:t>Current State vs. Target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34440"/>
            <a:ext cx="4069079" cy="502920"/>
          </a:xfrm>
          <a:prstGeom prst="roundRect">
            <a:avLst/>
          </a:prstGeom>
          <a:solidFill>
            <a:srgbClr val="FB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TODAY — ZENDESK (SaaS)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01368"/>
            <a:ext cx="4069079" cy="3108960"/>
          </a:xfrm>
          <a:prstGeom prst="round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3C3C3A"/>
                </a:solidFill>
                <a:latin typeface="Montserrat"/>
              </a:rPr>
              <a:t>•  Per-agent subscription; SLA / roles / AI behind paid tiers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C3C3A"/>
                </a:solidFill>
                <a:latin typeface="Montserrat"/>
              </a:rPr>
              <a:t>•  Data and AI behaviour hosted by the vendor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C3C3A"/>
                </a:solidFill>
                <a:latin typeface="Montserrat"/>
              </a:rPr>
              <a:t>•  FAQ / KB inside Zendesk; limited AI-grounding control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C3C3A"/>
                </a:solidFill>
                <a:latin typeface="Montserrat"/>
              </a:rPr>
              <a:t>•  Integrations bolted onto a closed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59" y="1234440"/>
            <a:ext cx="4069079" cy="502920"/>
          </a:xfrm>
          <a:prstGeom prst="roundRect">
            <a:avLst/>
          </a:prstGeom>
          <a:solidFill>
            <a:srgbClr val="FB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TARGET — SELF-MANAGED ON GCP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59" y="1801368"/>
            <a:ext cx="4069079" cy="3108960"/>
          </a:xfrm>
          <a:prstGeom prst="round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3C3C3A"/>
                </a:solidFill>
                <a:latin typeface="Montserrat"/>
              </a:rPr>
              <a:t>•  Open-source core; SLA / roles / AI built by us, not rented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C3C3A"/>
                </a:solidFill>
                <a:latin typeface="Montserrat"/>
              </a:rPr>
              <a:t>•  Runs inside PROTON's GCP project — full data control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C3C3A"/>
                </a:solidFill>
                <a:latin typeface="Montserrat"/>
              </a:rPr>
              <a:t>•  KB + AI prompts owned &amp; edited by PROTON (no-code)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3C3C3A"/>
                </a:solidFill>
                <a:latin typeface="Montserrat"/>
              </a:rPr>
              <a:t>•  First-party integration surfaces: DMS/TSP, telephony, 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1" i="0">
                <a:solidFill>
                  <a:srgbClr val="3C3C3A"/>
                </a:solidFill>
                <a:latin typeface="Montserrat"/>
              </a:rPr>
              <a:t>GCP Production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39776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 i="0">
                <a:solidFill>
                  <a:srgbClr val="FB485E"/>
                </a:solidFill>
                <a:latin typeface="Montserrat"/>
              </a:rPr>
              <a:t>•  Presentation: Cloud LB + Caddy (TLS, per-tenant routing)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FB485E"/>
                </a:solidFill>
                <a:latin typeface="Montserrat"/>
              </a:rPr>
              <a:t>•  Channels: WhatsApp · Email · Social · Web · Voice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FB485E"/>
                </a:solidFill>
                <a:latin typeface="Montserrat"/>
              </a:rPr>
              <a:t>•  App (managed containers):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3C3C3A"/>
                </a:solidFill>
                <a:latin typeface="Montserrat"/>
              </a:rPr>
              <a:t>     – Chatwoot (Rails+Sidekiq) — CRM core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3C3C3A"/>
                </a:solidFill>
                <a:latin typeface="Montserrat"/>
              </a:rPr>
              <a:t>     – agent + backend (FastAPI) on GKE / Cloud Run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FB485E"/>
                </a:solidFill>
                <a:latin typeface="Montserrat"/>
              </a:rPr>
              <a:t>•  AI &amp; knowledge: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3C3C3A"/>
                </a:solidFill>
                <a:latin typeface="Montserrat"/>
              </a:rPr>
              <a:t>     – Vertex AI — Gemini (reply, classify)</a:t>
            </a:r>
          </a:p>
          <a:p>
            <a:pPr>
              <a:spcAft>
                <a:spcPts val="300"/>
              </a:spcAft>
            </a:pPr>
            <a:r>
              <a:rPr sz="1050" b="0" i="0">
                <a:solidFill>
                  <a:srgbClr val="3C3C3A"/>
                </a:solidFill>
                <a:latin typeface="Montserrat"/>
              </a:rPr>
              <a:t>     – Vertex AI Search + pgvector — KB grounding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FB485E"/>
                </a:solidFill>
                <a:latin typeface="Montserrat"/>
              </a:rPr>
              <a:t>•  Data: Cloud SQL · Memorystore · Cloud Storage · Secret Manager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FB485E"/>
                </a:solidFill>
                <a:latin typeface="Montserrat"/>
              </a:rPr>
              <a:t>•  Analytics: BigQuery -&gt; Looker Studio / Power BI</a:t>
            </a:r>
          </a:p>
          <a:p>
            <a:pPr>
              <a:spcAft>
                <a:spcPts val="300"/>
              </a:spcAft>
            </a:pPr>
            <a:r>
              <a:rPr sz="1200" b="1" i="0">
                <a:solidFill>
                  <a:srgbClr val="FB485E"/>
                </a:solidFill>
                <a:latin typeface="Montserrat"/>
              </a:rPr>
              <a:t>•  Ops: Monitoring, Logging, backups, multi-tenant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480560" y="1143000"/>
            <a:ext cx="4343400" cy="3566160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/>
          <a:lstStyle/>
          <a:p>
            <a:pPr algn="ctr"/>
            <a:r>
              <a:rPr sz="850" b="0" i="0">
                <a:solidFill>
                  <a:srgbClr val="3C3C3A"/>
                </a:solidFill>
                <a:latin typeface="Courier New"/>
              </a:rPr>
              <a:t>Internet</a:t>
            </a:r>
            <a:br/>
            <a:r>
              <a:rPr sz="850" b="0" i="0">
                <a:solidFill>
                  <a:srgbClr val="3C3C3A"/>
                </a:solidFill>
                <a:latin typeface="Courier New"/>
              </a:rPr>
              <a:t>   |</a:t>
            </a:r>
            <a:br/>
            <a:r>
              <a:rPr sz="850" b="0" i="0">
                <a:solidFill>
                  <a:srgbClr val="3C3C3A"/>
                </a:solidFill>
                <a:latin typeface="Courier New"/>
              </a:rPr>
              <a:t> Cloud LB / Caddy</a:t>
            </a:r>
            <a:br/>
            <a:r>
              <a:rPr sz="850" b="0" i="0">
                <a:solidFill>
                  <a:srgbClr val="3C3C3A"/>
                </a:solidFill>
                <a:latin typeface="Courier New"/>
              </a:rPr>
              <a:t>   |</a:t>
            </a:r>
            <a:br/>
            <a:r>
              <a:rPr sz="850" b="0" i="0">
                <a:solidFill>
                  <a:srgbClr val="3C3C3A"/>
                </a:solidFill>
                <a:latin typeface="Courier New"/>
              </a:rPr>
              <a:t>   +-- Chatwoot (GKE) --&gt; Cloud SQL</a:t>
            </a:r>
            <a:br/>
            <a:r>
              <a:rPr sz="850" b="0" i="0">
                <a:solidFill>
                  <a:srgbClr val="3C3C3A"/>
                </a:solidFill>
                <a:latin typeface="Courier New"/>
              </a:rPr>
              <a:t>   +-- agent   (Run)  --&gt; Vertex AI (Gemini)</a:t>
            </a:r>
            <a:br/>
            <a:r>
              <a:rPr sz="850" b="0" i="0">
                <a:solidFill>
                  <a:srgbClr val="3C3C3A"/>
                </a:solidFill>
                <a:latin typeface="Courier New"/>
              </a:rPr>
              <a:t>   +-- backend (Run)  --&gt; Vertex Search /</a:t>
            </a:r>
            <a:br/>
            <a:r>
              <a:rPr sz="850" b="0" i="0">
                <a:solidFill>
                  <a:srgbClr val="3C3C3A"/>
                </a:solidFill>
                <a:latin typeface="Courier New"/>
              </a:rPr>
              <a:t>   |                       pgvector</a:t>
            </a:r>
            <a:br/>
            <a:r>
              <a:rPr sz="850" b="0" i="0">
                <a:solidFill>
                  <a:srgbClr val="3C3C3A"/>
                </a:solidFill>
                <a:latin typeface="Courier New"/>
              </a:rPr>
              <a:t>   +-- Sidekiq/Redis (Memorystore)</a:t>
            </a:r>
            <a:br/>
            <a:br/>
            <a:r>
              <a:rPr sz="850" b="0" i="0">
                <a:solidFill>
                  <a:srgbClr val="3C3C3A"/>
                </a:solidFill>
                <a:latin typeface="Courier New"/>
              </a:rPr>
              <a:t> Secret Manager  ·  Cloud Storage</a:t>
            </a:r>
            <a:br/>
            <a:r>
              <a:rPr sz="850" b="0" i="0">
                <a:solidFill>
                  <a:srgbClr val="3C3C3A"/>
                </a:solidFill>
                <a:latin typeface="Courier New"/>
              </a:rPr>
              <a:t> BigQuery --&gt; Looker / Power BI</a:t>
            </a:r>
            <a:br/>
            <a:r>
              <a:rPr sz="850" b="0" i="0">
                <a:solidFill>
                  <a:srgbClr val="3C3C3A"/>
                </a:solidFill>
                <a:latin typeface="Courier New"/>
              </a:rPr>
              <a:t> Cloud Monitoring &amp; Logging · Backups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1" i="0">
                <a:solidFill>
                  <a:srgbClr val="3C3C3A"/>
                </a:solidFill>
                <a:latin typeface="Montserrat"/>
              </a:rPr>
              <a:t>Data Migration: Zendesk to Platform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3C3C3A"/>
                </a:solidFill>
                <a:latin typeface="Montserrat"/>
              </a:rPr>
              <a:t>What we migrate:</a:t>
            </a:r>
          </a:p>
          <a:p>
            <a:pPr lvl="1">
              <a:spcAft>
                <a:spcPts val="400"/>
              </a:spcAft>
            </a:pPr>
            <a:r>
              <a:rPr sz="1250" b="0" i="0">
                <a:solidFill>
                  <a:srgbClr val="5A5A58"/>
                </a:solidFill>
                <a:latin typeface="Montserrat"/>
              </a:rPr>
              <a:t>Tickets / conversations — historical records + status/labels -&gt; Chatwoot conversations</a:t>
            </a:r>
          </a:p>
          <a:p>
            <a:pPr lvl="1">
              <a:spcAft>
                <a:spcPts val="400"/>
              </a:spcAft>
            </a:pPr>
            <a:r>
              <a:rPr sz="1250" b="0" i="0">
                <a:solidFill>
                  <a:srgbClr val="5A5A58"/>
                </a:solidFill>
                <a:latin typeface="Montserrat"/>
              </a:rPr>
              <a:t>Contacts / customers — identities, phone/email, custom fields -&gt; Chatwoot contacts</a:t>
            </a:r>
          </a:p>
          <a:p>
            <a:pPr lvl="1">
              <a:spcAft>
                <a:spcPts val="400"/>
              </a:spcAft>
            </a:pPr>
            <a:r>
              <a:rPr sz="1250" b="0" i="0">
                <a:solidFill>
                  <a:srgbClr val="5A5A58"/>
                </a:solidFill>
                <a:latin typeface="Montserrat"/>
              </a:rPr>
              <a:t>Knowledge / Guide (FAQ) -&gt; PROTON's owned KB (Vertex Search + pgvector)</a:t>
            </a:r>
          </a:p>
          <a:p>
            <a:pPr lvl="1">
              <a:spcAft>
                <a:spcPts val="400"/>
              </a:spcAft>
            </a:pPr>
            <a:r>
              <a:rPr sz="1250" b="0" i="0">
                <a:solidFill>
                  <a:srgbClr val="5A5A58"/>
                </a:solidFill>
                <a:latin typeface="Montserrat"/>
              </a:rPr>
              <a:t>Attachments -&gt; Cloud Storage · Reporting history -&gt; BigQuery (trend continuity)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3C3C3A"/>
                </a:solidFill>
                <a:latin typeface="Montserrat"/>
              </a:rPr>
              <a:t>How — de-risked, no big-bang:</a:t>
            </a:r>
          </a:p>
          <a:p>
            <a:pPr lvl="1">
              <a:spcAft>
                <a:spcPts val="400"/>
              </a:spcAft>
            </a:pPr>
            <a:r>
              <a:rPr sz="1250" b="0" i="0">
                <a:solidFill>
                  <a:srgbClr val="5A5A58"/>
                </a:solidFill>
                <a:latin typeface="Montserrat"/>
              </a:rPr>
              <a:t>Zendesk API export -&gt; transform -&gt; bulk import via Chatwoot API + KB ingest</a:t>
            </a:r>
          </a:p>
          <a:p>
            <a:pPr lvl="1">
              <a:spcAft>
                <a:spcPts val="400"/>
              </a:spcAft>
            </a:pPr>
            <a:r>
              <a:rPr sz="1250" b="0" i="0">
                <a:solidFill>
                  <a:srgbClr val="5A5A58"/>
                </a:solidFill>
                <a:latin typeface="Montserrat"/>
              </a:rPr>
              <a:t>Parallel run: platform live alongside Zendesk during validation</a:t>
            </a:r>
          </a:p>
          <a:p>
            <a:pPr lvl="1">
              <a:spcAft>
                <a:spcPts val="400"/>
              </a:spcAft>
            </a:pPr>
            <a:r>
              <a:rPr sz="1250" b="0" i="0">
                <a:solidFill>
                  <a:srgbClr val="5A5A58"/>
                </a:solidFill>
                <a:latin typeface="Montserrat"/>
              </a:rPr>
              <a:t>Cutover channel endpoints once validated, then decommission Zendesk after sign-off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94560" y="-822960"/>
            <a:ext cx="6766560" cy="6766560"/>
          </a:xfrm>
          <a:prstGeom prst="ellipse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38404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B485E"/>
                </a:solidFill>
                <a:latin typeface="Montserrat"/>
              </a:rPr>
              <a:t>SECTION 3</a:t>
            </a:r>
          </a:p>
          <a:p>
            <a:pPr>
              <a:spcBef>
                <a:spcPts val="200"/>
              </a:spcBef>
            </a:pPr>
            <a:r>
              <a:rPr sz="4000" b="1" i="0">
                <a:solidFill>
                  <a:srgbClr val="3C3C3A"/>
                </a:solidFill>
                <a:latin typeface="Montserrat"/>
              </a:rP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2040" y="228600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C3C3A"/>
                </a:solidFill>
                <a:latin typeface="Montserrat"/>
              </a:rPr>
              <a:t>Project timeline, scope of work, out-of-scope boundaries and deliverables.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1" i="0">
                <a:solidFill>
                  <a:srgbClr val="3C3C3A"/>
                </a:solidFill>
                <a:latin typeface="Montserrat"/>
              </a:rPr>
              <a:t>Project Timeline  (~12-16 weeks, phased)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40080"/>
                <a:gridCol w="2286000"/>
                <a:gridCol w="33832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Montserrat"/>
                        </a:rPr>
                        <a:t>Phase</a:t>
                      </a:r>
                    </a:p>
                  </a:txBody>
                  <a:tcPr marL="64008" marR="64008" marT="27432" marB="27432" anchor="ctr">
                    <a:solidFill>
                      <a:srgbClr val="FB48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Montserrat"/>
                        </a:rPr>
                        <a:t>Weeks</a:t>
                      </a:r>
                    </a:p>
                  </a:txBody>
                  <a:tcPr marL="64008" marR="64008" marT="27432" marB="27432" anchor="ctr">
                    <a:solidFill>
                      <a:srgbClr val="FB48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Montserrat"/>
                        </a:rPr>
                        <a:t>Focus</a:t>
                      </a:r>
                    </a:p>
                  </a:txBody>
                  <a:tcPr marL="64008" marR="64008" marT="27432" marB="27432" anchor="ctr">
                    <a:solidFill>
                      <a:srgbClr val="FB48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Montserrat"/>
                        </a:rPr>
                        <a:t>Key outcomes</a:t>
                      </a:r>
                    </a:p>
                  </a:txBody>
                  <a:tcPr marL="64008" marR="64008" marT="27432" marB="27432" anchor="ctr">
                    <a:solidFill>
                      <a:srgbClr val="FB485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3C3C3A"/>
                          </a:solidFill>
                          <a:latin typeface="Montserrat"/>
                        </a:rPr>
                        <a:t>P0 Discovery &amp; GCP foundation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3C3A"/>
                          </a:solidFill>
                          <a:latin typeface="Montserrat"/>
                        </a:rPr>
                        <a:t>1-2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3C3A"/>
                          </a:solidFill>
                          <a:latin typeface="Montserrat"/>
                        </a:rPr>
                        <a:t>Access, data contracts, landing zone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3C3A"/>
                          </a:solidFill>
                          <a:latin typeface="Montserrat"/>
                        </a:rPr>
                        <a:t>GCP project, network, Secret Manager, CI; Zendesk export validated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3C3C3A"/>
                          </a:solidFill>
                          <a:latin typeface="Montserrat"/>
                        </a:rPr>
                        <a:t>P1 Core platform cutover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3C3A"/>
                          </a:solidFill>
                          <a:latin typeface="Montserrat"/>
                        </a:rPr>
                        <a:t>3-7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3C3A"/>
                          </a:solidFill>
                          <a:latin typeface="Montserrat"/>
                        </a:rPr>
                        <a:t>Stand up stack, migrate, wire channels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3C3A"/>
                          </a:solidFill>
                          <a:latin typeface="Montserrat"/>
                        </a:rPr>
                        <a:t>Chatwoot+agent+backend live; channels connected; KB migrated; AI+SOP live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3C3C3A"/>
                          </a:solidFill>
                          <a:latin typeface="Montserrat"/>
                        </a:rPr>
                        <a:t>P2 Gap closure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3C3A"/>
                          </a:solidFill>
                          <a:latin typeface="Montserrat"/>
                        </a:rPr>
                        <a:t>6-12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3C3A"/>
                          </a:solidFill>
                          <a:latin typeface="Montserrat"/>
                        </a:rPr>
                        <a:t>Genuine net-new work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3C3A"/>
                          </a:solidFill>
                          <a:latin typeface="Montserrat"/>
                        </a:rPr>
                        <a:t>Customer 360 + DMS/TSP; RBAC; telephony/IVR; Reports Tier-2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3C3C3A"/>
                          </a:solidFill>
                          <a:latin typeface="Montserrat"/>
                        </a:rPr>
                        <a:t>P3 Hardening &amp; handover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3C3A"/>
                          </a:solidFill>
                          <a:latin typeface="Montserrat"/>
                        </a:rPr>
                        <a:t>12-16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3C3A"/>
                          </a:solidFill>
                          <a:latin typeface="Montserrat"/>
                        </a:rPr>
                        <a:t>HA, UAT, cutover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C3C3A"/>
                          </a:solidFill>
                          <a:latin typeface="Montserrat"/>
                        </a:rPr>
                        <a:t>Autoscaling/HA, backups, monitoring; UAT sign-off; Zendesk decommissioned; training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681728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1">
                <a:solidFill>
                  <a:srgbClr val="7A7A78"/>
                </a:solidFill>
                <a:latin typeface="Montserrat"/>
              </a:rPr>
              <a:t>Front half is largely assembly of already-built components; effort concentrates in P2's external-dependency items (DMS/TSP, telephony).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1" i="0">
                <a:solidFill>
                  <a:srgbClr val="3C3C3A"/>
                </a:solidFill>
                <a:latin typeface="Montserrat"/>
              </a:rPr>
              <a:t>Scope of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GCP landing zone: project, networking, IAM, Secret Manager, CI/CD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Production Chatwoot + agent + backend on GKE / Cloud Run + Cloud SQL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Omnichannel: WhatsApp, Email, Social (FB/IG), Web, Voice-to-text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AI layer: Gemini reply drafting, same-language answers, KB grounding, auto-classification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Knowledge base: migration + operator no-code authoring (FAQ + pgvector uploads)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Agent management: presence, priority routing, status-aware assignment, My-Tasks timers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Escalation &amp; SLA: category-&gt;PIC, email+WhatsApp alerts, case states, auto-escalation, per-channel ACK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Lifecycle/SOP: disclaimers, idle-close, YES/NO gate, rating surveys, auto-categorization, email auto-ack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Customer 360 (DMS+TSP), RBAC roles, Reporting/BI, Zendesk data migration, ops &amp;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1" i="0">
                <a:solidFill>
                  <a:srgbClr val="3C3C3A"/>
                </a:solidFill>
                <a:latin typeface="Montserrat"/>
              </a:rPr>
              <a:t>Out of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Telephony/PSTN carrier procurement — we integrate the CTI; the line contract is PROTON's (voice-to-text engine is built)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DMS / TSP source-system changes — we consume their APIs; internal changes are their owners'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SSI dealer-satisfaction survey workflow — lives in the e.MAS app; platform ingests &amp; reports results only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Power BI licences — we connect to BigQuery; Microsoft licensing is PROTON's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Non-CRM business applications, custom hardware, end-user device management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Ongoing FAQ/KB content authoring after handover — enabled via no-code tools, owned by PROTON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3C3C3A"/>
                </a:solidFill>
                <a:latin typeface="Montserrat"/>
              </a:rPr>
              <a:t>Third-party SaaS subscriptions beyond the GCP + open-source stack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1" i="0">
                <a:solidFill>
                  <a:srgbClr val="3C3C3A"/>
                </a:solidFill>
                <a:latin typeface="Montserrat"/>
              </a:rPr>
              <a:t>Deliverables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8412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6692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Deliverable</a:t>
                      </a:r>
                    </a:p>
                  </a:txBody>
                  <a:tcPr marL="64008" marR="64008" marT="27432" marB="27432" anchor="ctr">
                    <a:solidFill>
                      <a:srgbClr val="FB48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Montserrat"/>
                        </a:rPr>
                        <a:t>Description</a:t>
                      </a:r>
                    </a:p>
                  </a:txBody>
                  <a:tcPr marL="64008" marR="64008" marT="27432" marB="27432" anchor="ctr">
                    <a:solidFill>
                      <a:srgbClr val="FB485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C3C3A"/>
                          </a:solidFill>
                          <a:latin typeface="Montserrat"/>
                        </a:rPr>
                        <a:t>Production GCP environment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C3C3A"/>
                          </a:solidFill>
                          <a:latin typeface="Montserrat"/>
                        </a:rPr>
                        <a:t>IaC-described GCP project running the platform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C3C3A"/>
                          </a:solidFill>
                          <a:latin typeface="Montserrat"/>
                        </a:rPr>
                        <a:t>Migrated CRM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C3C3A"/>
                          </a:solidFill>
                          <a:latin typeface="Montserrat"/>
                        </a:rPr>
                        <a:t>Chatwoot with imported Zendesk tickets, contacts, KB, attachments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C3C3A"/>
                          </a:solidFill>
                          <a:latin typeface="Montserrat"/>
                        </a:rPr>
                        <a:t>AI automation layer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C3C3A"/>
                          </a:solidFill>
                          <a:latin typeface="Montserrat"/>
                        </a:rPr>
                        <a:t>Gemini reply, classification, KB-grounded answers, SOP flows — live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C3C3A"/>
                          </a:solidFill>
                          <a:latin typeface="Montserrat"/>
                        </a:rPr>
                        <a:t>Customer 360 integration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C3C3A"/>
                          </a:solidFill>
                          <a:latin typeface="Montserrat"/>
                        </a:rPr>
                        <a:t>DMS/TSP two-way sync + 360 view card (pending PROTON API access)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C3C3A"/>
                          </a:solidFill>
                          <a:latin typeface="Montserrat"/>
                        </a:rPr>
                        <a:t>RBAC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C3C3A"/>
                          </a:solidFill>
                          <a:latin typeface="Montserrat"/>
                        </a:rPr>
                        <a:t>Roles &amp; permissions model with admin UI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C3C3A"/>
                          </a:solidFill>
                          <a:latin typeface="Montserrat"/>
                        </a:rPr>
                        <a:t>Reporting suite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C3C3A"/>
                          </a:solidFill>
                          <a:latin typeface="Montserrat"/>
                        </a:rPr>
                        <a:t>BigQuery + Looker/Power BI, scheduled exports, anomaly alerts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C3C3A"/>
                          </a:solidFill>
                          <a:latin typeface="Montserrat"/>
                        </a:rPr>
                        <a:t>Data-migration report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C3C3A"/>
                          </a:solidFill>
                          <a:latin typeface="Montserrat"/>
                        </a:rPr>
                        <a:t>Record counts, fidelity validation, parallel-run results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C3C3A"/>
                          </a:solidFill>
                          <a:latin typeface="Montserrat"/>
                        </a:rPr>
                        <a:t>Operations runbook + training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C3C3A"/>
                          </a:solidFill>
                          <a:latin typeface="Montserrat"/>
                        </a:rPr>
                        <a:t>Deploy/backup/monitoring/provisioning + admin &amp; agent sessions</a:t>
                      </a:r>
                    </a:p>
                  </a:txBody>
                  <a:tcPr marL="64008" marR="64008" marT="27432" marB="27432" anchor="ctr">
                    <a:solidFill>
                      <a:srgbClr val="FDDAD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C3C3A"/>
                          </a:solidFill>
                          <a:latin typeface="Montserrat"/>
                        </a:rPr>
                        <a:t>UAT sign-off &amp; cutover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C3C3A"/>
                          </a:solidFill>
                          <a:latin typeface="Montserrat"/>
                        </a:rPr>
                        <a:t>Validated go-live and Zendesk decommission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1" i="0">
                <a:solidFill>
                  <a:srgbClr val="3C3C3A"/>
                </a:solidFill>
                <a:latin typeface="Montserrat"/>
              </a:rPr>
              <a:t>Why This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3C3C3A"/>
                </a:solidFill>
                <a:latin typeface="Montserrat"/>
              </a:rPr>
              <a:t>Proven — the platform already runs live against PROTON's SOP; this is migration + hardening, not invention.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3C3C3A"/>
                </a:solidFill>
                <a:latin typeface="Montserrat"/>
              </a:rPr>
              <a:t>Open &amp; owned — no per-seat lock-in; PROTON controls the data, the AI, and the roadmap.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3C3C3A"/>
                </a:solidFill>
                <a:latin typeface="Montserrat"/>
              </a:rPr>
              <a:t>AI-native on Google — Gemini + Vertex AI, grounded on your own knowledge; measurable deflection and faster resolution.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3C3C3A"/>
                </a:solidFill>
                <a:latin typeface="Montserrat"/>
              </a:rPr>
              <a:t>Cost-down, capability-up — replace recurring SaaS licensing with managed infrastructure you scale on your terms.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voteam - AI-driven tech consulting">
  <a:themeElements>
    <a:clrScheme name="Simple Light">
      <a:dk1>
        <a:srgbClr val="3C3C3A"/>
      </a:dk1>
      <a:lt1>
        <a:srgbClr val="FFFFFF"/>
      </a:lt1>
      <a:dk2>
        <a:srgbClr val="3C3C3A"/>
      </a:dk2>
      <a:lt2>
        <a:srgbClr val="F8485E"/>
      </a:lt2>
      <a:accent1>
        <a:srgbClr val="F8485E"/>
      </a:accent1>
      <a:accent2>
        <a:srgbClr val="FCA2AE"/>
      </a:accent2>
      <a:accent3>
        <a:srgbClr val="FDDADE"/>
      </a:accent3>
      <a:accent4>
        <a:srgbClr val="D7EBE7"/>
      </a:accent4>
      <a:accent5>
        <a:srgbClr val="EFEADC"/>
      </a:accent5>
      <a:accent6>
        <a:srgbClr val="EFEEEE"/>
      </a:accent6>
      <a:hlink>
        <a:srgbClr val="F84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