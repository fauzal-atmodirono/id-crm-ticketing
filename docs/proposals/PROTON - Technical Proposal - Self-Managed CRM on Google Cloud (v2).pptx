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0" r:id="rId4"/>
  </p:sldMasterIdLst>
  <p:notesMasterIdLst>
    <p:notesMasterId r:id="rId5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21"/>
    <p:sldId id="272" r:id="rId20"/>
    <p:sldId id="273" r:id="rId19"/>
    <p:sldId id="274" r:id="rId18"/>
    <p:sldId id="275" r:id="rId17"/>
    <p:sldId id="276" r:id="rId16"/>
    <p:sldId id="277" r:id="rId15"/>
    <p:sldId id="278" r:id="rId14"/>
    <p:sldId id="279" r:id="rId13"/>
    <p:sldId id="280" r:id="rId12"/>
    <p:sldId id="281" r:id="rId11"/>
    <p:sldId id="282" r:id="rId10"/>
    <p:sldId id="283" r:id="rId9"/>
    <p:sldId id="284" r:id="rId8"/>
    <p:sldId id="285" r:id="rId7"/>
  </p:sldIdLst>
  <p:sldSz cy="5143500" cx="9144000"/>
  <p:notesSz cx="6858000" cy="9144000"/>
  <p:embeddedFontLst>
    <p:embeddedFont>
      <p:font typeface="Montserrat SemiBold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Montserrat Medium"/>
      <p:regular r:id="rId45"/>
      <p:bold r:id="rId46"/>
      <p:italic r:id="rId47"/>
      <p:boldItalic r:id="rId48"/>
    </p:embeddedFont>
    <p:embeddedFont>
      <p:font typeface="Montserrat Light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AA66CA-2F14-4792-A2AB-05E94E8730DD}">
  <a:tblStyle styleId="{62AA66CA-2F14-4792-A2AB-05E94E8730D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B91514BC-4530-4DB9-818D-39566C5A235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30.xml"/><Relationship Id="rId8" Type="http://schemas.openxmlformats.org/officeDocument/2006/relationships/slide" Target="slides/slide29.xml"/><Relationship Id="rId9" Type="http://schemas.openxmlformats.org/officeDocument/2006/relationships/slide" Target="slides/slide28.xml"/><Relationship Id="rId10" Type="http://schemas.openxmlformats.org/officeDocument/2006/relationships/slide" Target="slides/slide27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8.xml"/><Relationship Id="rId20" Type="http://schemas.openxmlformats.org/officeDocument/2006/relationships/slide" Target="slides/slide17.xml"/><Relationship Id="rId21" Type="http://schemas.openxmlformats.org/officeDocument/2006/relationships/slide" Target="slides/slide16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font" Target="fonts/MontserratSemiBold-regular.fntdata"/><Relationship Id="rId38" Type="http://schemas.openxmlformats.org/officeDocument/2006/relationships/font" Target="fonts/MontserratSemiBold-bold.fntdata"/><Relationship Id="rId39" Type="http://schemas.openxmlformats.org/officeDocument/2006/relationships/font" Target="fonts/MontserratSemiBold-italic.fntdata"/><Relationship Id="rId40" Type="http://schemas.openxmlformats.org/officeDocument/2006/relationships/font" Target="fonts/MontserratSemiBold-boldItalic.fntdata"/><Relationship Id="rId41" Type="http://schemas.openxmlformats.org/officeDocument/2006/relationships/font" Target="fonts/Montserrat-regular.fntdata"/><Relationship Id="rId42" Type="http://schemas.openxmlformats.org/officeDocument/2006/relationships/font" Target="fonts/Montserrat-bold.fntdata"/><Relationship Id="rId43" Type="http://schemas.openxmlformats.org/officeDocument/2006/relationships/font" Target="fonts/Montserrat-italic.fntdata"/><Relationship Id="rId44" Type="http://schemas.openxmlformats.org/officeDocument/2006/relationships/font" Target="fonts/Montserrat-boldItalic.fntdata"/><Relationship Id="rId45" Type="http://schemas.openxmlformats.org/officeDocument/2006/relationships/font" Target="fonts/MontserratMedium-regular.fntdata"/><Relationship Id="rId46" Type="http://schemas.openxmlformats.org/officeDocument/2006/relationships/font" Target="fonts/MontserratMedium-bold.fntdata"/><Relationship Id="rId47" Type="http://schemas.openxmlformats.org/officeDocument/2006/relationships/font" Target="fonts/MontserratMedium-italic.fntdata"/><Relationship Id="rId48" Type="http://schemas.openxmlformats.org/officeDocument/2006/relationships/font" Target="fonts/MontserratMedium-boldItalic.fntdata"/><Relationship Id="rId49" Type="http://schemas.openxmlformats.org/officeDocument/2006/relationships/font" Target="fonts/MontserratLight-regular.fntdata"/><Relationship Id="rId50" Type="http://schemas.openxmlformats.org/officeDocument/2006/relationships/font" Target="fonts/MontserratLight-bold.fntdata"/><Relationship Id="rId51" Type="http://schemas.openxmlformats.org/officeDocument/2006/relationships/font" Target="fonts/MontserratLight-italic.fntdata"/><Relationship Id="rId52" Type="http://schemas.openxmlformats.org/officeDocument/2006/relationships/font" Target="fonts/MontserratLigh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jpg"/><Relationship Id="rId3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opener">
  <p:cSld name="CUSTOM_27_1_2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050" y="2288010"/>
            <a:ext cx="1915203" cy="567333"/>
          </a:xfrm>
          <a:prstGeom prst="rect">
            <a:avLst/>
          </a:prstGeom>
          <a:noFill/>
          <a:ln>
            <a:noFill/>
          </a:ln>
          <a:effectLst>
            <a:outerShdw blurRad="171450" rotWithShape="0" algn="bl">
              <a:schemeClr val="dk1"/>
            </a:outerShdw>
          </a:effectLst>
        </p:spPr>
      </p:pic>
      <p:sp>
        <p:nvSpPr>
          <p:cNvPr id="12" name="Google Shape;12;p2"/>
          <p:cNvSpPr txBox="1"/>
          <p:nvPr/>
        </p:nvSpPr>
        <p:spPr>
          <a:xfrm>
            <a:off x="1880050" y="2457450"/>
            <a:ext cx="5383500" cy="220500"/>
          </a:xfrm>
          <a:prstGeom prst="rect">
            <a:avLst/>
          </a:prstGeom>
          <a:noFill/>
          <a:ln>
            <a:noFill/>
          </a:ln>
          <a:effectLst>
            <a:outerShdw blurRad="528638" rotWithShape="0" algn="bl">
              <a:schemeClr val="dk2"/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with image placeholder">
  <p:cSld name="CUSTOM_27_1_1_1_2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000" y="473100"/>
            <a:ext cx="1425685" cy="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540000" y="1608950"/>
            <a:ext cx="45447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39875" y="1260000"/>
            <a:ext cx="4544700" cy="1935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2" type="body"/>
          </p:nvPr>
        </p:nvSpPr>
        <p:spPr>
          <a:xfrm>
            <a:off x="540000" y="3287800"/>
            <a:ext cx="4544700" cy="7266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8" name="Google Shape;18;p3"/>
          <p:cNvSpPr/>
          <p:nvPr>
            <p:ph idx="3" type="pic"/>
          </p:nvPr>
        </p:nvSpPr>
        <p:spPr>
          <a:xfrm>
            <a:off x="52045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" name="Google Shape;19;p3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_1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-2353025" y="-824250"/>
            <a:ext cx="6800400" cy="680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40000" y="561900"/>
            <a:ext cx="3248700" cy="402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Medium"/>
              <a:buNone/>
              <a:defRPr sz="3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800600" y="561900"/>
            <a:ext cx="3803700" cy="402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  <p15:guide id="2" orient="horz" pos="354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only">
  <p:cSld name="TITLE_1_1_4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header, text">
  <p:cSld name="TITLE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2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text">
  <p:cSld name="TITLE_1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40000" y="1080000"/>
            <a:ext cx="8064000" cy="35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">
  <p:cSld name="TITLE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543231" y="1080000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541875" y="1348000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3" type="subTitle"/>
          </p:nvPr>
        </p:nvSpPr>
        <p:spPr>
          <a:xfrm>
            <a:off x="4791593" y="1080000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4" type="body"/>
          </p:nvPr>
        </p:nvSpPr>
        <p:spPr>
          <a:xfrm>
            <a:off x="4790226" y="1348000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5" type="subTitle"/>
          </p:nvPr>
        </p:nvSpPr>
        <p:spPr>
          <a:xfrm>
            <a:off x="542294" y="3018975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6" type="body"/>
          </p:nvPr>
        </p:nvSpPr>
        <p:spPr>
          <a:xfrm>
            <a:off x="540938" y="3286975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7" type="subTitle"/>
          </p:nvPr>
        </p:nvSpPr>
        <p:spPr>
          <a:xfrm>
            <a:off x="4790656" y="3018975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8" type="body"/>
          </p:nvPr>
        </p:nvSpPr>
        <p:spPr>
          <a:xfrm>
            <a:off x="4789288" y="3286975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cxnSp>
        <p:nvCxnSpPr>
          <p:cNvPr id="43" name="Google Shape;43;p8"/>
          <p:cNvCxnSpPr/>
          <p:nvPr/>
        </p:nvCxnSpPr>
        <p:spPr>
          <a:xfrm>
            <a:off x="549450" y="2817925"/>
            <a:ext cx="8045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" name="Google Shape;44;p8"/>
          <p:cNvCxnSpPr>
            <a:stCxn id="45" idx="2"/>
            <a:endCxn id="45" idx="0"/>
          </p:cNvCxnSpPr>
          <p:nvPr/>
        </p:nvCxnSpPr>
        <p:spPr>
          <a:xfrm rot="10800000">
            <a:off x="4572000" y="1080000"/>
            <a:ext cx="0" cy="346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image placeholder">
  <p:cSld name="CUSTOM_27_1_1_1_2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>
            <p:ph idx="2" type="pic"/>
          </p:nvPr>
        </p:nvSpPr>
        <p:spPr>
          <a:xfrm>
            <a:off x="52045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540000" y="1984525"/>
            <a:ext cx="45447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540000" y="1635575"/>
            <a:ext cx="4544700" cy="1935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">
  <p:cSld name="CUSTOM_27_1_1_1_2_2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-931925" y="1671750"/>
            <a:ext cx="1800000" cy="180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1378200" y="1308600"/>
            <a:ext cx="1491900" cy="19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Montserrat Light"/>
              <a:buNone/>
              <a:defRPr sz="15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2" type="title"/>
          </p:nvPr>
        </p:nvSpPr>
        <p:spPr>
          <a:xfrm>
            <a:off x="3648475" y="1732625"/>
            <a:ext cx="4955400" cy="10401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648475" y="2950625"/>
            <a:ext cx="4955400" cy="5100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 and image placeholder">
  <p:cSld name="CUSTOM_27_1_1_1_2_2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540000" y="1232400"/>
            <a:ext cx="1491900" cy="19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Montserrat Light"/>
              <a:buNone/>
              <a:defRPr sz="15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2" type="title"/>
          </p:nvPr>
        </p:nvSpPr>
        <p:spPr>
          <a:xfrm>
            <a:off x="2353075" y="1656425"/>
            <a:ext cx="33861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2353075" y="3335275"/>
            <a:ext cx="3386100" cy="7266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4578475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" name="Google Shape;60;p11"/>
          <p:cNvSpPr/>
          <p:nvPr>
            <p:ph idx="3" type="pic"/>
          </p:nvPr>
        </p:nvSpPr>
        <p:spPr>
          <a:xfrm>
            <a:off x="60427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_27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>
            <p:ph idx="2" type="pic"/>
          </p:nvPr>
        </p:nvSpPr>
        <p:spPr>
          <a:xfrm>
            <a:off x="-830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8_2_2_1_1_1_1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 - 12 people">
  <p:cSld name="TITLE_1_1_5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/>
          <p:nvPr>
            <p:ph idx="2" type="pic"/>
          </p:nvPr>
        </p:nvSpPr>
        <p:spPr>
          <a:xfrm>
            <a:off x="54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7" name="Google Shape;67;p14"/>
          <p:cNvSpPr/>
          <p:nvPr>
            <p:ph idx="3" type="pic"/>
          </p:nvPr>
        </p:nvSpPr>
        <p:spPr>
          <a:xfrm>
            <a:off x="341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8" name="Google Shape;68;p14"/>
          <p:cNvSpPr/>
          <p:nvPr>
            <p:ph idx="4" type="pic"/>
          </p:nvPr>
        </p:nvSpPr>
        <p:spPr>
          <a:xfrm>
            <a:off x="484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14"/>
          <p:cNvSpPr/>
          <p:nvPr>
            <p:ph idx="5" type="pic"/>
          </p:nvPr>
        </p:nvSpPr>
        <p:spPr>
          <a:xfrm>
            <a:off x="628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0" name="Google Shape;70;p14"/>
          <p:cNvSpPr/>
          <p:nvPr>
            <p:ph idx="6" type="pic"/>
          </p:nvPr>
        </p:nvSpPr>
        <p:spPr>
          <a:xfrm>
            <a:off x="771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" name="Google Shape;71;p14"/>
          <p:cNvSpPr/>
          <p:nvPr>
            <p:ph idx="7" type="pic"/>
          </p:nvPr>
        </p:nvSpPr>
        <p:spPr>
          <a:xfrm>
            <a:off x="197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14"/>
          <p:cNvSpPr txBox="1"/>
          <p:nvPr>
            <p:ph idx="8" type="title"/>
          </p:nvPr>
        </p:nvSpPr>
        <p:spPr>
          <a:xfrm>
            <a:off x="540000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9" type="title"/>
          </p:nvPr>
        </p:nvSpPr>
        <p:spPr>
          <a:xfrm>
            <a:off x="540025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3" type="title"/>
          </p:nvPr>
        </p:nvSpPr>
        <p:spPr>
          <a:xfrm>
            <a:off x="1974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4" type="title"/>
          </p:nvPr>
        </p:nvSpPr>
        <p:spPr>
          <a:xfrm>
            <a:off x="1975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5" type="title"/>
          </p:nvPr>
        </p:nvSpPr>
        <p:spPr>
          <a:xfrm>
            <a:off x="340997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6" type="title"/>
          </p:nvPr>
        </p:nvSpPr>
        <p:spPr>
          <a:xfrm>
            <a:off x="341000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7" type="title"/>
          </p:nvPr>
        </p:nvSpPr>
        <p:spPr>
          <a:xfrm>
            <a:off x="4844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8" type="title"/>
          </p:nvPr>
        </p:nvSpPr>
        <p:spPr>
          <a:xfrm>
            <a:off x="4845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9" type="title"/>
          </p:nvPr>
        </p:nvSpPr>
        <p:spPr>
          <a:xfrm>
            <a:off x="6279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20" type="title"/>
          </p:nvPr>
        </p:nvSpPr>
        <p:spPr>
          <a:xfrm>
            <a:off x="6280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21" type="title"/>
          </p:nvPr>
        </p:nvSpPr>
        <p:spPr>
          <a:xfrm>
            <a:off x="771502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22" type="title"/>
          </p:nvPr>
        </p:nvSpPr>
        <p:spPr>
          <a:xfrm>
            <a:off x="771505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/>
          <p:nvPr>
            <p:ph idx="23" type="pic"/>
          </p:nvPr>
        </p:nvSpPr>
        <p:spPr>
          <a:xfrm>
            <a:off x="53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14"/>
          <p:cNvSpPr/>
          <p:nvPr>
            <p:ph idx="24" type="pic"/>
          </p:nvPr>
        </p:nvSpPr>
        <p:spPr>
          <a:xfrm>
            <a:off x="340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" name="Google Shape;86;p14"/>
          <p:cNvSpPr/>
          <p:nvPr>
            <p:ph idx="25" type="pic"/>
          </p:nvPr>
        </p:nvSpPr>
        <p:spPr>
          <a:xfrm>
            <a:off x="483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14"/>
          <p:cNvSpPr/>
          <p:nvPr>
            <p:ph idx="26" type="pic"/>
          </p:nvPr>
        </p:nvSpPr>
        <p:spPr>
          <a:xfrm>
            <a:off x="627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" name="Google Shape;88;p14"/>
          <p:cNvSpPr/>
          <p:nvPr>
            <p:ph idx="27" type="pic"/>
          </p:nvPr>
        </p:nvSpPr>
        <p:spPr>
          <a:xfrm>
            <a:off x="770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9" name="Google Shape;89;p14"/>
          <p:cNvSpPr/>
          <p:nvPr>
            <p:ph idx="28" type="pic"/>
          </p:nvPr>
        </p:nvSpPr>
        <p:spPr>
          <a:xfrm>
            <a:off x="196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14"/>
          <p:cNvSpPr txBox="1"/>
          <p:nvPr>
            <p:ph idx="29" type="title"/>
          </p:nvPr>
        </p:nvSpPr>
        <p:spPr>
          <a:xfrm>
            <a:off x="534475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30" type="title"/>
          </p:nvPr>
        </p:nvSpPr>
        <p:spPr>
          <a:xfrm>
            <a:off x="534500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31" type="title"/>
          </p:nvPr>
        </p:nvSpPr>
        <p:spPr>
          <a:xfrm>
            <a:off x="1969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2" type="title"/>
          </p:nvPr>
        </p:nvSpPr>
        <p:spPr>
          <a:xfrm>
            <a:off x="1969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33" type="title"/>
          </p:nvPr>
        </p:nvSpPr>
        <p:spPr>
          <a:xfrm>
            <a:off x="340445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34" type="title"/>
          </p:nvPr>
        </p:nvSpPr>
        <p:spPr>
          <a:xfrm>
            <a:off x="340447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35" type="title"/>
          </p:nvPr>
        </p:nvSpPr>
        <p:spPr>
          <a:xfrm>
            <a:off x="4839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36" type="title"/>
          </p:nvPr>
        </p:nvSpPr>
        <p:spPr>
          <a:xfrm>
            <a:off x="4839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37" type="title"/>
          </p:nvPr>
        </p:nvSpPr>
        <p:spPr>
          <a:xfrm>
            <a:off x="6274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38" type="title"/>
          </p:nvPr>
        </p:nvSpPr>
        <p:spPr>
          <a:xfrm>
            <a:off x="6274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39" type="title"/>
          </p:nvPr>
        </p:nvSpPr>
        <p:spPr>
          <a:xfrm>
            <a:off x="770950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40" type="title"/>
          </p:nvPr>
        </p:nvSpPr>
        <p:spPr>
          <a:xfrm>
            <a:off x="770952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 - 10 people">
  <p:cSld name="TITLE_1_1_5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/>
          <p:nvPr>
            <p:ph idx="2" type="pic"/>
          </p:nvPr>
        </p:nvSpPr>
        <p:spPr>
          <a:xfrm>
            <a:off x="54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5" name="Google Shape;105;p15"/>
          <p:cNvSpPr txBox="1"/>
          <p:nvPr>
            <p:ph idx="3" type="title"/>
          </p:nvPr>
        </p:nvSpPr>
        <p:spPr>
          <a:xfrm>
            <a:off x="540000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4" type="title"/>
          </p:nvPr>
        </p:nvSpPr>
        <p:spPr>
          <a:xfrm>
            <a:off x="540025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/>
          <p:nvPr>
            <p:ph idx="5" type="pic"/>
          </p:nvPr>
        </p:nvSpPr>
        <p:spPr>
          <a:xfrm>
            <a:off x="53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8" name="Google Shape;108;p15"/>
          <p:cNvSpPr txBox="1"/>
          <p:nvPr>
            <p:ph idx="6" type="title"/>
          </p:nvPr>
        </p:nvSpPr>
        <p:spPr>
          <a:xfrm>
            <a:off x="534475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7" type="title"/>
          </p:nvPr>
        </p:nvSpPr>
        <p:spPr>
          <a:xfrm>
            <a:off x="534500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5"/>
          <p:cNvSpPr/>
          <p:nvPr>
            <p:ph idx="8" type="pic"/>
          </p:nvPr>
        </p:nvSpPr>
        <p:spPr>
          <a:xfrm>
            <a:off x="7703925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1" name="Google Shape;111;p15"/>
          <p:cNvSpPr txBox="1"/>
          <p:nvPr>
            <p:ph idx="9" type="title"/>
          </p:nvPr>
        </p:nvSpPr>
        <p:spPr>
          <a:xfrm>
            <a:off x="7703913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13" type="title"/>
          </p:nvPr>
        </p:nvSpPr>
        <p:spPr>
          <a:xfrm>
            <a:off x="7703938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/>
          <p:nvPr>
            <p:ph idx="14" type="pic"/>
          </p:nvPr>
        </p:nvSpPr>
        <p:spPr>
          <a:xfrm>
            <a:off x="7698400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4" name="Google Shape;114;p15"/>
          <p:cNvSpPr txBox="1"/>
          <p:nvPr>
            <p:ph idx="15" type="title"/>
          </p:nvPr>
        </p:nvSpPr>
        <p:spPr>
          <a:xfrm>
            <a:off x="7698388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6" type="title"/>
          </p:nvPr>
        </p:nvSpPr>
        <p:spPr>
          <a:xfrm>
            <a:off x="7698413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/>
          <p:nvPr>
            <p:ph idx="17" type="pic"/>
          </p:nvPr>
        </p:nvSpPr>
        <p:spPr>
          <a:xfrm>
            <a:off x="4119188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7" name="Google Shape;117;p15"/>
          <p:cNvSpPr txBox="1"/>
          <p:nvPr>
            <p:ph idx="18" type="title"/>
          </p:nvPr>
        </p:nvSpPr>
        <p:spPr>
          <a:xfrm>
            <a:off x="411917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9" type="title"/>
          </p:nvPr>
        </p:nvSpPr>
        <p:spPr>
          <a:xfrm>
            <a:off x="411920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5"/>
          <p:cNvSpPr/>
          <p:nvPr>
            <p:ph idx="20" type="pic"/>
          </p:nvPr>
        </p:nvSpPr>
        <p:spPr>
          <a:xfrm>
            <a:off x="4113663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5"/>
          <p:cNvSpPr txBox="1"/>
          <p:nvPr>
            <p:ph idx="21" type="title"/>
          </p:nvPr>
        </p:nvSpPr>
        <p:spPr>
          <a:xfrm>
            <a:off x="411365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22" type="title"/>
          </p:nvPr>
        </p:nvSpPr>
        <p:spPr>
          <a:xfrm>
            <a:off x="411367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/>
          <p:nvPr>
            <p:ph idx="23" type="pic"/>
          </p:nvPr>
        </p:nvSpPr>
        <p:spPr>
          <a:xfrm>
            <a:off x="2332375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5"/>
          <p:cNvSpPr txBox="1"/>
          <p:nvPr>
            <p:ph idx="24" type="title"/>
          </p:nvPr>
        </p:nvSpPr>
        <p:spPr>
          <a:xfrm>
            <a:off x="2332363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25" type="title"/>
          </p:nvPr>
        </p:nvSpPr>
        <p:spPr>
          <a:xfrm>
            <a:off x="2332388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/>
          <p:nvPr>
            <p:ph idx="26" type="pic"/>
          </p:nvPr>
        </p:nvSpPr>
        <p:spPr>
          <a:xfrm>
            <a:off x="2326850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5"/>
          <p:cNvSpPr txBox="1"/>
          <p:nvPr>
            <p:ph idx="27" type="title"/>
          </p:nvPr>
        </p:nvSpPr>
        <p:spPr>
          <a:xfrm>
            <a:off x="2326838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28" type="title"/>
          </p:nvPr>
        </p:nvSpPr>
        <p:spPr>
          <a:xfrm>
            <a:off x="2326863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/>
          <p:nvPr>
            <p:ph idx="29" type="pic"/>
          </p:nvPr>
        </p:nvSpPr>
        <p:spPr>
          <a:xfrm>
            <a:off x="5914338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9" name="Google Shape;129;p15"/>
          <p:cNvSpPr txBox="1"/>
          <p:nvPr>
            <p:ph idx="30" type="title"/>
          </p:nvPr>
        </p:nvSpPr>
        <p:spPr>
          <a:xfrm>
            <a:off x="591432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31" type="title"/>
          </p:nvPr>
        </p:nvSpPr>
        <p:spPr>
          <a:xfrm>
            <a:off x="591435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/>
          <p:nvPr>
            <p:ph idx="32" type="pic"/>
          </p:nvPr>
        </p:nvSpPr>
        <p:spPr>
          <a:xfrm>
            <a:off x="5908813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5"/>
          <p:cNvSpPr txBox="1"/>
          <p:nvPr>
            <p:ph idx="33" type="title"/>
          </p:nvPr>
        </p:nvSpPr>
        <p:spPr>
          <a:xfrm>
            <a:off x="590880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5"/>
          <p:cNvSpPr txBox="1"/>
          <p:nvPr>
            <p:ph idx="34" type="title"/>
          </p:nvPr>
        </p:nvSpPr>
        <p:spPr>
          <a:xfrm>
            <a:off x="590882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6 columns">
  <p:cSld name="TITLE_1_1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 rot="5400000">
            <a:off x="1924275" y="1987138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 rot="5400000">
            <a:off x="33037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16"/>
          <p:cNvCxnSpPr>
            <a:stCxn id="136" idx="0"/>
            <a:endCxn id="137" idx="4"/>
          </p:cNvCxnSpPr>
          <p:nvPr/>
        </p:nvCxnSpPr>
        <p:spPr>
          <a:xfrm>
            <a:off x="909600" y="2171925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6"/>
          <p:cNvCxnSpPr>
            <a:stCxn id="137" idx="0"/>
            <a:endCxn id="138" idx="4"/>
          </p:cNvCxnSpPr>
          <p:nvPr/>
        </p:nvCxnSpPr>
        <p:spPr>
          <a:xfrm>
            <a:off x="2289075" y="2171938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6"/>
          <p:cNvCxnSpPr>
            <a:stCxn id="138" idx="0"/>
            <a:endCxn id="142" idx="4"/>
          </p:cNvCxnSpPr>
          <p:nvPr/>
        </p:nvCxnSpPr>
        <p:spPr>
          <a:xfrm>
            <a:off x="3668550" y="2171925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6"/>
          <p:cNvCxnSpPr>
            <a:stCxn id="142" idx="0"/>
            <a:endCxn id="144" idx="4"/>
          </p:cNvCxnSpPr>
          <p:nvPr/>
        </p:nvCxnSpPr>
        <p:spPr>
          <a:xfrm>
            <a:off x="5048025" y="2171938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6"/>
          <p:cNvCxnSpPr>
            <a:stCxn id="144" idx="0"/>
            <a:endCxn id="146" idx="4"/>
          </p:cNvCxnSpPr>
          <p:nvPr/>
        </p:nvCxnSpPr>
        <p:spPr>
          <a:xfrm>
            <a:off x="6427575" y="2172000"/>
            <a:ext cx="10098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6"/>
          <p:cNvCxnSpPr>
            <a:stCxn id="146" idx="0"/>
          </p:cNvCxnSpPr>
          <p:nvPr/>
        </p:nvCxnSpPr>
        <p:spPr>
          <a:xfrm>
            <a:off x="7806975" y="2178600"/>
            <a:ext cx="83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540350" y="2695425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49" name="Google Shape;149;p16"/>
          <p:cNvSpPr txBox="1"/>
          <p:nvPr>
            <p:ph idx="2" type="body"/>
          </p:nvPr>
        </p:nvSpPr>
        <p:spPr>
          <a:xfrm>
            <a:off x="1919650" y="2695475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0" name="Google Shape;150;p16"/>
          <p:cNvSpPr txBox="1"/>
          <p:nvPr>
            <p:ph idx="3" type="body"/>
          </p:nvPr>
        </p:nvSpPr>
        <p:spPr>
          <a:xfrm>
            <a:off x="329907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1" name="Google Shape;151;p16"/>
          <p:cNvSpPr txBox="1"/>
          <p:nvPr>
            <p:ph idx="4" type="title"/>
          </p:nvPr>
        </p:nvSpPr>
        <p:spPr>
          <a:xfrm>
            <a:off x="5403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5" type="title"/>
          </p:nvPr>
        </p:nvSpPr>
        <p:spPr>
          <a:xfrm>
            <a:off x="19196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6" type="title"/>
          </p:nvPr>
        </p:nvSpPr>
        <p:spPr>
          <a:xfrm>
            <a:off x="329907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6"/>
          <p:cNvSpPr txBox="1"/>
          <p:nvPr>
            <p:ph idx="7" type="title"/>
          </p:nvPr>
        </p:nvSpPr>
        <p:spPr>
          <a:xfrm>
            <a:off x="5403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idx="8" type="title"/>
          </p:nvPr>
        </p:nvSpPr>
        <p:spPr>
          <a:xfrm>
            <a:off x="19196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9" type="title"/>
          </p:nvPr>
        </p:nvSpPr>
        <p:spPr>
          <a:xfrm>
            <a:off x="329910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7" name="Google Shape;157;p16"/>
          <p:cNvSpPr/>
          <p:nvPr/>
        </p:nvSpPr>
        <p:spPr>
          <a:xfrm rot="5400000">
            <a:off x="4683225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 txBox="1"/>
          <p:nvPr>
            <p:ph idx="13" type="body"/>
          </p:nvPr>
        </p:nvSpPr>
        <p:spPr>
          <a:xfrm>
            <a:off x="4678550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9" name="Google Shape;159;p16"/>
          <p:cNvSpPr txBox="1"/>
          <p:nvPr>
            <p:ph idx="14" type="title"/>
          </p:nvPr>
        </p:nvSpPr>
        <p:spPr>
          <a:xfrm>
            <a:off x="4678550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15" type="title"/>
          </p:nvPr>
        </p:nvSpPr>
        <p:spPr>
          <a:xfrm>
            <a:off x="4678575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6"/>
          <p:cNvSpPr/>
          <p:nvPr/>
        </p:nvSpPr>
        <p:spPr>
          <a:xfrm rot="5400000">
            <a:off x="60627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 txBox="1"/>
          <p:nvPr>
            <p:ph idx="16" type="body"/>
          </p:nvPr>
        </p:nvSpPr>
        <p:spPr>
          <a:xfrm>
            <a:off x="605802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3" name="Google Shape;163;p16"/>
          <p:cNvSpPr txBox="1"/>
          <p:nvPr>
            <p:ph idx="17" type="title"/>
          </p:nvPr>
        </p:nvSpPr>
        <p:spPr>
          <a:xfrm>
            <a:off x="60580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8" type="title"/>
          </p:nvPr>
        </p:nvSpPr>
        <p:spPr>
          <a:xfrm>
            <a:off x="60580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5" name="Google Shape;165;p16"/>
          <p:cNvSpPr/>
          <p:nvPr/>
        </p:nvSpPr>
        <p:spPr>
          <a:xfrm rot="5400000">
            <a:off x="74422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 txBox="1"/>
          <p:nvPr>
            <p:ph idx="19" type="body"/>
          </p:nvPr>
        </p:nvSpPr>
        <p:spPr>
          <a:xfrm>
            <a:off x="743757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7" name="Google Shape;167;p16"/>
          <p:cNvSpPr txBox="1"/>
          <p:nvPr>
            <p:ph idx="20" type="title"/>
          </p:nvPr>
        </p:nvSpPr>
        <p:spPr>
          <a:xfrm>
            <a:off x="743757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21" type="title"/>
          </p:nvPr>
        </p:nvSpPr>
        <p:spPr>
          <a:xfrm>
            <a:off x="743760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5 columns">
  <p:cSld name="TITLE_1_1_4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7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 rot="5400000">
            <a:off x="2208950" y="1987113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 rot="5400000">
            <a:off x="38731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7"/>
          <p:cNvCxnSpPr>
            <a:stCxn id="171" idx="0"/>
            <a:endCxn id="172" idx="4"/>
          </p:cNvCxnSpPr>
          <p:nvPr/>
        </p:nvCxnSpPr>
        <p:spPr>
          <a:xfrm>
            <a:off x="90960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7"/>
          <p:cNvCxnSpPr>
            <a:stCxn id="172" idx="0"/>
            <a:endCxn id="173" idx="4"/>
          </p:cNvCxnSpPr>
          <p:nvPr/>
        </p:nvCxnSpPr>
        <p:spPr>
          <a:xfrm>
            <a:off x="2573750" y="2171913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7"/>
          <p:cNvCxnSpPr>
            <a:stCxn id="173" idx="0"/>
          </p:cNvCxnSpPr>
          <p:nvPr/>
        </p:nvCxnSpPr>
        <p:spPr>
          <a:xfrm>
            <a:off x="423790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7"/>
          <p:cNvCxnSpPr>
            <a:stCxn id="178" idx="0"/>
            <a:endCxn id="179" idx="4"/>
          </p:cNvCxnSpPr>
          <p:nvPr/>
        </p:nvCxnSpPr>
        <p:spPr>
          <a:xfrm>
            <a:off x="590205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7"/>
          <p:cNvCxnSpPr>
            <a:stCxn id="179" idx="0"/>
          </p:cNvCxnSpPr>
          <p:nvPr/>
        </p:nvCxnSpPr>
        <p:spPr>
          <a:xfrm>
            <a:off x="7566200" y="2171925"/>
            <a:ext cx="10719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17"/>
          <p:cNvSpPr txBox="1"/>
          <p:nvPr>
            <p:ph idx="1" type="body"/>
          </p:nvPr>
        </p:nvSpPr>
        <p:spPr>
          <a:xfrm>
            <a:off x="540030" y="2695475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2" name="Google Shape;182;p17"/>
          <p:cNvSpPr txBox="1"/>
          <p:nvPr>
            <p:ph idx="2" type="body"/>
          </p:nvPr>
        </p:nvSpPr>
        <p:spPr>
          <a:xfrm>
            <a:off x="2204162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3" name="Google Shape;183;p17"/>
          <p:cNvSpPr txBox="1"/>
          <p:nvPr>
            <p:ph idx="3" type="title"/>
          </p:nvPr>
        </p:nvSpPr>
        <p:spPr>
          <a:xfrm>
            <a:off x="540000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4" type="title"/>
          </p:nvPr>
        </p:nvSpPr>
        <p:spPr>
          <a:xfrm>
            <a:off x="2204162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5" type="title"/>
          </p:nvPr>
        </p:nvSpPr>
        <p:spPr>
          <a:xfrm>
            <a:off x="540030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title"/>
          </p:nvPr>
        </p:nvSpPr>
        <p:spPr>
          <a:xfrm>
            <a:off x="2204192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7" type="body"/>
          </p:nvPr>
        </p:nvSpPr>
        <p:spPr>
          <a:xfrm>
            <a:off x="3868355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8" name="Google Shape;188;p17"/>
          <p:cNvSpPr txBox="1"/>
          <p:nvPr>
            <p:ph idx="8" type="title"/>
          </p:nvPr>
        </p:nvSpPr>
        <p:spPr>
          <a:xfrm>
            <a:off x="3868355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17"/>
          <p:cNvSpPr txBox="1"/>
          <p:nvPr>
            <p:ph idx="9" type="title"/>
          </p:nvPr>
        </p:nvSpPr>
        <p:spPr>
          <a:xfrm>
            <a:off x="3868385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17"/>
          <p:cNvSpPr/>
          <p:nvPr/>
        </p:nvSpPr>
        <p:spPr>
          <a:xfrm rot="5400000">
            <a:off x="55372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5532547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title"/>
          </p:nvPr>
        </p:nvSpPr>
        <p:spPr>
          <a:xfrm>
            <a:off x="5532547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title"/>
          </p:nvPr>
        </p:nvSpPr>
        <p:spPr>
          <a:xfrm>
            <a:off x="5532577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" name="Google Shape;179;p17"/>
          <p:cNvSpPr/>
          <p:nvPr/>
        </p:nvSpPr>
        <p:spPr>
          <a:xfrm rot="5400000">
            <a:off x="72014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 txBox="1"/>
          <p:nvPr>
            <p:ph idx="16" type="body"/>
          </p:nvPr>
        </p:nvSpPr>
        <p:spPr>
          <a:xfrm>
            <a:off x="7196830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4" name="Google Shape;194;p17"/>
          <p:cNvSpPr txBox="1"/>
          <p:nvPr>
            <p:ph idx="17" type="title"/>
          </p:nvPr>
        </p:nvSpPr>
        <p:spPr>
          <a:xfrm>
            <a:off x="7196830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17"/>
          <p:cNvSpPr txBox="1"/>
          <p:nvPr>
            <p:ph idx="18" type="title"/>
          </p:nvPr>
        </p:nvSpPr>
        <p:spPr>
          <a:xfrm>
            <a:off x="7196860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4 columns">
  <p:cSld name="TITLE_1_1_4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8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 rot="5400000">
            <a:off x="2641825" y="1987113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 rot="5400000">
            <a:off x="47388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18"/>
          <p:cNvCxnSpPr>
            <a:stCxn id="198" idx="0"/>
            <a:endCxn id="199" idx="4"/>
          </p:cNvCxnSpPr>
          <p:nvPr/>
        </p:nvCxnSpPr>
        <p:spPr>
          <a:xfrm>
            <a:off x="909600" y="2171925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18"/>
          <p:cNvCxnSpPr>
            <a:stCxn id="199" idx="0"/>
            <a:endCxn id="200" idx="4"/>
          </p:cNvCxnSpPr>
          <p:nvPr/>
        </p:nvCxnSpPr>
        <p:spPr>
          <a:xfrm>
            <a:off x="3006625" y="2171913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18"/>
          <p:cNvCxnSpPr>
            <a:stCxn id="200" idx="0"/>
            <a:endCxn id="204" idx="4"/>
          </p:cNvCxnSpPr>
          <p:nvPr/>
        </p:nvCxnSpPr>
        <p:spPr>
          <a:xfrm>
            <a:off x="5103650" y="2171925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8"/>
          <p:cNvCxnSpPr>
            <a:stCxn id="204" idx="0"/>
            <a:endCxn id="206" idx="4"/>
          </p:cNvCxnSpPr>
          <p:nvPr/>
        </p:nvCxnSpPr>
        <p:spPr>
          <a:xfrm>
            <a:off x="7200675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18"/>
          <p:cNvCxnSpPr>
            <a:stCxn id="206" idx="0"/>
          </p:cNvCxnSpPr>
          <p:nvPr/>
        </p:nvCxnSpPr>
        <p:spPr>
          <a:xfrm>
            <a:off x="7566200" y="2171925"/>
            <a:ext cx="10719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540038" y="2695475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2636983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0" name="Google Shape;210;p18"/>
          <p:cNvSpPr txBox="1"/>
          <p:nvPr>
            <p:ph idx="3" type="title"/>
          </p:nvPr>
        </p:nvSpPr>
        <p:spPr>
          <a:xfrm>
            <a:off x="540000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4" type="title"/>
          </p:nvPr>
        </p:nvSpPr>
        <p:spPr>
          <a:xfrm>
            <a:off x="2636983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5" type="title"/>
          </p:nvPr>
        </p:nvSpPr>
        <p:spPr>
          <a:xfrm>
            <a:off x="540038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6" type="title"/>
          </p:nvPr>
        </p:nvSpPr>
        <p:spPr>
          <a:xfrm>
            <a:off x="2637021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7" type="body"/>
          </p:nvPr>
        </p:nvSpPr>
        <p:spPr>
          <a:xfrm>
            <a:off x="4734004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5" name="Google Shape;215;p18"/>
          <p:cNvSpPr txBox="1"/>
          <p:nvPr>
            <p:ph idx="8" type="title"/>
          </p:nvPr>
        </p:nvSpPr>
        <p:spPr>
          <a:xfrm>
            <a:off x="4734004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18"/>
          <p:cNvSpPr txBox="1"/>
          <p:nvPr>
            <p:ph idx="9" type="title"/>
          </p:nvPr>
        </p:nvSpPr>
        <p:spPr>
          <a:xfrm>
            <a:off x="4734042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4" name="Google Shape;204;p18"/>
          <p:cNvSpPr/>
          <p:nvPr/>
        </p:nvSpPr>
        <p:spPr>
          <a:xfrm rot="5400000">
            <a:off x="6835875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 txBox="1"/>
          <p:nvPr>
            <p:ph idx="13" type="body"/>
          </p:nvPr>
        </p:nvSpPr>
        <p:spPr>
          <a:xfrm>
            <a:off x="6831025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18"/>
          <p:cNvSpPr txBox="1"/>
          <p:nvPr>
            <p:ph idx="14" type="title"/>
          </p:nvPr>
        </p:nvSpPr>
        <p:spPr>
          <a:xfrm>
            <a:off x="6831025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8"/>
          <p:cNvSpPr txBox="1"/>
          <p:nvPr>
            <p:ph idx="15" type="title"/>
          </p:nvPr>
        </p:nvSpPr>
        <p:spPr>
          <a:xfrm>
            <a:off x="6831063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 with highlights">
  <p:cSld name="TITLE_1_1_3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/>
        </p:nvSpPr>
        <p:spPr>
          <a:xfrm>
            <a:off x="3546700" y="3594000"/>
            <a:ext cx="4882500" cy="1017300"/>
          </a:xfrm>
          <a:prstGeom prst="rect">
            <a:avLst/>
          </a:prstGeom>
          <a:solidFill>
            <a:srgbClr val="EF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>
            <p:ph idx="2" type="pic"/>
          </p:nvPr>
        </p:nvSpPr>
        <p:spPr>
          <a:xfrm>
            <a:off x="-702000" y="-1508400"/>
            <a:ext cx="3556800" cy="3556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3" name="Google Shape;223;p19"/>
          <p:cNvSpPr txBox="1"/>
          <p:nvPr>
            <p:ph type="title"/>
          </p:nvPr>
        </p:nvSpPr>
        <p:spPr>
          <a:xfrm>
            <a:off x="3541265" y="5450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3547200" y="7901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5" name="Google Shape;225;p19"/>
          <p:cNvSpPr txBox="1"/>
          <p:nvPr>
            <p:ph idx="3" type="title"/>
          </p:nvPr>
        </p:nvSpPr>
        <p:spPr>
          <a:xfrm>
            <a:off x="3544227" y="15356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9"/>
          <p:cNvSpPr txBox="1"/>
          <p:nvPr>
            <p:ph idx="4" type="body"/>
          </p:nvPr>
        </p:nvSpPr>
        <p:spPr>
          <a:xfrm>
            <a:off x="3550163" y="17807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7" name="Google Shape;227;p19"/>
          <p:cNvSpPr txBox="1"/>
          <p:nvPr>
            <p:ph idx="5" type="title"/>
          </p:nvPr>
        </p:nvSpPr>
        <p:spPr>
          <a:xfrm>
            <a:off x="3544177" y="25262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9"/>
          <p:cNvSpPr txBox="1"/>
          <p:nvPr>
            <p:ph idx="6" type="body"/>
          </p:nvPr>
        </p:nvSpPr>
        <p:spPr>
          <a:xfrm>
            <a:off x="3550113" y="27713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9" name="Google Shape;229;p19"/>
          <p:cNvSpPr txBox="1"/>
          <p:nvPr>
            <p:ph idx="7" type="body"/>
          </p:nvPr>
        </p:nvSpPr>
        <p:spPr>
          <a:xfrm>
            <a:off x="3708300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8" type="body"/>
          </p:nvPr>
        </p:nvSpPr>
        <p:spPr>
          <a:xfrm>
            <a:off x="5336338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9" type="body"/>
          </p:nvPr>
        </p:nvSpPr>
        <p:spPr>
          <a:xfrm>
            <a:off x="6964338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2" name="Google Shape;232;p19"/>
          <p:cNvSpPr txBox="1"/>
          <p:nvPr>
            <p:ph idx="13" type="subTitle"/>
          </p:nvPr>
        </p:nvSpPr>
        <p:spPr>
          <a:xfrm>
            <a:off x="961025" y="2647825"/>
            <a:ext cx="18936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233" name="Google Shape;233;p19"/>
          <p:cNvSpPr txBox="1"/>
          <p:nvPr>
            <p:ph idx="14" type="title"/>
          </p:nvPr>
        </p:nvSpPr>
        <p:spPr>
          <a:xfrm>
            <a:off x="961025" y="2286575"/>
            <a:ext cx="1893600" cy="2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 with quote">
  <p:cSld name="TITLE_1_1_3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/>
          <p:nvPr/>
        </p:nvSpPr>
        <p:spPr>
          <a:xfrm>
            <a:off x="3546700" y="3594000"/>
            <a:ext cx="4882500" cy="1017300"/>
          </a:xfrm>
          <a:prstGeom prst="rect">
            <a:avLst/>
          </a:prstGeom>
          <a:solidFill>
            <a:srgbClr val="EF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>
            <p:ph idx="2" type="pic"/>
          </p:nvPr>
        </p:nvSpPr>
        <p:spPr>
          <a:xfrm>
            <a:off x="-702000" y="-1508400"/>
            <a:ext cx="3556800" cy="3556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3541265" y="5450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3547200" y="7901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20"/>
          <p:cNvSpPr txBox="1"/>
          <p:nvPr>
            <p:ph idx="3" type="title"/>
          </p:nvPr>
        </p:nvSpPr>
        <p:spPr>
          <a:xfrm>
            <a:off x="3544227" y="15356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0"/>
          <p:cNvSpPr txBox="1"/>
          <p:nvPr>
            <p:ph idx="4" type="body"/>
          </p:nvPr>
        </p:nvSpPr>
        <p:spPr>
          <a:xfrm>
            <a:off x="3550163" y="17807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1" name="Google Shape;241;p20"/>
          <p:cNvSpPr txBox="1"/>
          <p:nvPr>
            <p:ph idx="5" type="title"/>
          </p:nvPr>
        </p:nvSpPr>
        <p:spPr>
          <a:xfrm>
            <a:off x="3544177" y="25262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0"/>
          <p:cNvSpPr txBox="1"/>
          <p:nvPr>
            <p:ph idx="6" type="body"/>
          </p:nvPr>
        </p:nvSpPr>
        <p:spPr>
          <a:xfrm>
            <a:off x="3550113" y="27713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3" name="Google Shape;243;p20"/>
          <p:cNvSpPr txBox="1"/>
          <p:nvPr>
            <p:ph idx="7" type="body"/>
          </p:nvPr>
        </p:nvSpPr>
        <p:spPr>
          <a:xfrm>
            <a:off x="3682800" y="3740400"/>
            <a:ext cx="46008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8" type="subTitle"/>
          </p:nvPr>
        </p:nvSpPr>
        <p:spPr>
          <a:xfrm>
            <a:off x="961025" y="2647825"/>
            <a:ext cx="18936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245" name="Google Shape;245;p20"/>
          <p:cNvSpPr txBox="1"/>
          <p:nvPr>
            <p:ph idx="9" type="title"/>
          </p:nvPr>
        </p:nvSpPr>
        <p:spPr>
          <a:xfrm>
            <a:off x="961025" y="2286575"/>
            <a:ext cx="1893600" cy="2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0"/>
          <p:cNvSpPr txBox="1"/>
          <p:nvPr>
            <p:ph idx="13" type="body"/>
          </p:nvPr>
        </p:nvSpPr>
        <p:spPr>
          <a:xfrm>
            <a:off x="3682125" y="4341000"/>
            <a:ext cx="4600800" cy="1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image">
  <p:cSld name="TITLE_1_1_2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1"/>
          <p:cNvSpPr/>
          <p:nvPr>
            <p:ph idx="2" type="pic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ith images">
  <p:cSld name="TITLE_1_1_1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2"/>
          <p:cNvSpPr txBox="1"/>
          <p:nvPr>
            <p:ph idx="1" type="body"/>
          </p:nvPr>
        </p:nvSpPr>
        <p:spPr>
          <a:xfrm>
            <a:off x="540000" y="2983251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3" name="Google Shape;253;p22"/>
          <p:cNvSpPr txBox="1"/>
          <p:nvPr>
            <p:ph idx="2" type="subTitle"/>
          </p:nvPr>
        </p:nvSpPr>
        <p:spPr>
          <a:xfrm>
            <a:off x="540000" y="235905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4" name="Google Shape;254;p22"/>
          <p:cNvSpPr/>
          <p:nvPr>
            <p:ph idx="3" type="pic"/>
          </p:nvPr>
        </p:nvSpPr>
        <p:spPr>
          <a:xfrm>
            <a:off x="540000" y="1080000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22"/>
          <p:cNvSpPr txBox="1"/>
          <p:nvPr>
            <p:ph idx="4" type="subTitle"/>
          </p:nvPr>
        </p:nvSpPr>
        <p:spPr>
          <a:xfrm>
            <a:off x="540000" y="2665550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56" name="Google Shape;256;p22"/>
          <p:cNvSpPr txBox="1"/>
          <p:nvPr>
            <p:ph idx="5" type="body"/>
          </p:nvPr>
        </p:nvSpPr>
        <p:spPr>
          <a:xfrm>
            <a:off x="2598450" y="2990601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6" type="subTitle"/>
          </p:nvPr>
        </p:nvSpPr>
        <p:spPr>
          <a:xfrm>
            <a:off x="2598450" y="2365788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8" name="Google Shape;258;p22"/>
          <p:cNvSpPr/>
          <p:nvPr>
            <p:ph idx="7" type="pic"/>
          </p:nvPr>
        </p:nvSpPr>
        <p:spPr>
          <a:xfrm>
            <a:off x="2598450" y="1086738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22"/>
          <p:cNvSpPr txBox="1"/>
          <p:nvPr>
            <p:ph idx="8" type="subTitle"/>
          </p:nvPr>
        </p:nvSpPr>
        <p:spPr>
          <a:xfrm>
            <a:off x="2598450" y="2672288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9" type="body"/>
          </p:nvPr>
        </p:nvSpPr>
        <p:spPr>
          <a:xfrm>
            <a:off x="4656225" y="2983237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13" type="subTitle"/>
          </p:nvPr>
        </p:nvSpPr>
        <p:spPr>
          <a:xfrm>
            <a:off x="4656225" y="2359038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2" name="Google Shape;262;p22"/>
          <p:cNvSpPr/>
          <p:nvPr>
            <p:ph idx="14" type="pic"/>
          </p:nvPr>
        </p:nvSpPr>
        <p:spPr>
          <a:xfrm>
            <a:off x="4656225" y="1079988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22"/>
          <p:cNvSpPr txBox="1"/>
          <p:nvPr>
            <p:ph idx="15" type="subTitle"/>
          </p:nvPr>
        </p:nvSpPr>
        <p:spPr>
          <a:xfrm>
            <a:off x="4656225" y="2665538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6" type="body"/>
          </p:nvPr>
        </p:nvSpPr>
        <p:spPr>
          <a:xfrm>
            <a:off x="6714000" y="2978625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17" type="subTitle"/>
          </p:nvPr>
        </p:nvSpPr>
        <p:spPr>
          <a:xfrm>
            <a:off x="6714000" y="2354425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6" name="Google Shape;266;p22"/>
          <p:cNvSpPr/>
          <p:nvPr>
            <p:ph idx="18" type="pic"/>
          </p:nvPr>
        </p:nvSpPr>
        <p:spPr>
          <a:xfrm>
            <a:off x="6714000" y="1075375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22"/>
          <p:cNvSpPr txBox="1"/>
          <p:nvPr>
            <p:ph idx="19" type="subTitle"/>
          </p:nvPr>
        </p:nvSpPr>
        <p:spPr>
          <a:xfrm>
            <a:off x="6714000" y="2660925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31">
          <p15:clr>
            <a:srgbClr val="E46962"/>
          </p15:clr>
        </p15:guide>
        <p15:guide id="2" pos="1531">
          <p15:clr>
            <a:srgbClr val="E46962"/>
          </p15:clr>
        </p15:guide>
        <p15:guide id="3" pos="2827">
          <p15:clr>
            <a:srgbClr val="E46962"/>
          </p15:clr>
        </p15:guide>
        <p15:guide id="4" pos="2933">
          <p15:clr>
            <a:srgbClr val="E46962"/>
          </p15:clr>
        </p15:guide>
        <p15:guide id="5" pos="1637">
          <p15:clr>
            <a:srgbClr val="E46962"/>
          </p15:clr>
        </p15:guide>
        <p15:guide id="6" pos="4124">
          <p15:clr>
            <a:srgbClr val="E46962"/>
          </p15:clr>
        </p15:guide>
        <p15:guide id="7" pos="4229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ith titles and images">
  <p:cSld name="TITLE_1_1_1_3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idx="1" type="body"/>
          </p:nvPr>
        </p:nvSpPr>
        <p:spPr>
          <a:xfrm>
            <a:off x="540000" y="2968800"/>
            <a:ext cx="39324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540000" y="26544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2" name="Google Shape;272;p23"/>
          <p:cNvSpPr/>
          <p:nvPr>
            <p:ph idx="3" type="pic"/>
          </p:nvPr>
        </p:nvSpPr>
        <p:spPr>
          <a:xfrm>
            <a:off x="540000" y="900000"/>
            <a:ext cx="3932400" cy="16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4680025" y="26544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4" name="Google Shape;274;p23"/>
          <p:cNvSpPr/>
          <p:nvPr>
            <p:ph idx="5" type="pic"/>
          </p:nvPr>
        </p:nvSpPr>
        <p:spPr>
          <a:xfrm>
            <a:off x="4680025" y="900000"/>
            <a:ext cx="3932400" cy="16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23"/>
          <p:cNvSpPr txBox="1"/>
          <p:nvPr>
            <p:ph idx="12" type="sldNum"/>
          </p:nvPr>
        </p:nvSpPr>
        <p:spPr>
          <a:xfrm>
            <a:off x="4578538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6" name="Google Shape;276;p23"/>
          <p:cNvSpPr txBox="1"/>
          <p:nvPr>
            <p:ph idx="6" type="body"/>
          </p:nvPr>
        </p:nvSpPr>
        <p:spPr>
          <a:xfrm>
            <a:off x="4680025" y="2967600"/>
            <a:ext cx="39324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  <p15:guide id="3" orient="horz" pos="1785">
          <p15:clr>
            <a:srgbClr val="E46962"/>
          </p15:clr>
        </p15:guide>
        <p15:guide id="4" orient="horz" pos="1870">
          <p15:clr>
            <a:srgbClr val="E46962"/>
          </p15:clr>
        </p15:guide>
        <p15:guide id="5" orient="horz" pos="1672">
          <p15:clr>
            <a:srgbClr val="E46962"/>
          </p15:clr>
        </p15:guide>
        <p15:guide id="6" orient="horz" pos="158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ith titles">
  <p:cSld name="TITLE_1_1_1_3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idx="1" type="body"/>
          </p:nvPr>
        </p:nvSpPr>
        <p:spPr>
          <a:xfrm>
            <a:off x="540000" y="1260000"/>
            <a:ext cx="39324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2" type="body"/>
          </p:nvPr>
        </p:nvSpPr>
        <p:spPr>
          <a:xfrm>
            <a:off x="4680025" y="1260000"/>
            <a:ext cx="39324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24"/>
          <p:cNvSpPr txBox="1"/>
          <p:nvPr>
            <p:ph idx="3" type="subTitle"/>
          </p:nvPr>
        </p:nvSpPr>
        <p:spPr>
          <a:xfrm>
            <a:off x="540000" y="9000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4" type="subTitle"/>
          </p:nvPr>
        </p:nvSpPr>
        <p:spPr>
          <a:xfrm>
            <a:off x="4680025" y="9000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2" type="sldNum"/>
          </p:nvPr>
        </p:nvSpPr>
        <p:spPr>
          <a:xfrm>
            <a:off x="4578538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TITLE_1_1_1_2_1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25"/>
          <p:cNvSpPr txBox="1"/>
          <p:nvPr>
            <p:ph idx="1" type="body"/>
          </p:nvPr>
        </p:nvSpPr>
        <p:spPr>
          <a:xfrm>
            <a:off x="540000" y="1961000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7" name="Google Shape;287;p25"/>
          <p:cNvSpPr txBox="1"/>
          <p:nvPr>
            <p:ph idx="2" type="subTitle"/>
          </p:nvPr>
        </p:nvSpPr>
        <p:spPr>
          <a:xfrm>
            <a:off x="540902" y="10800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8" name="Google Shape;288;p25"/>
          <p:cNvSpPr txBox="1"/>
          <p:nvPr>
            <p:ph idx="3" type="subTitle"/>
          </p:nvPr>
        </p:nvSpPr>
        <p:spPr>
          <a:xfrm>
            <a:off x="540902" y="15389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9" name="Google Shape;289;p25"/>
          <p:cNvSpPr txBox="1"/>
          <p:nvPr>
            <p:ph idx="4" type="body"/>
          </p:nvPr>
        </p:nvSpPr>
        <p:spPr>
          <a:xfrm>
            <a:off x="3307682" y="1961000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0" name="Google Shape;290;p25"/>
          <p:cNvSpPr txBox="1"/>
          <p:nvPr>
            <p:ph idx="5" type="subTitle"/>
          </p:nvPr>
        </p:nvSpPr>
        <p:spPr>
          <a:xfrm>
            <a:off x="3308586" y="10800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1" name="Google Shape;291;p25"/>
          <p:cNvSpPr txBox="1"/>
          <p:nvPr>
            <p:ph idx="6" type="subTitle"/>
          </p:nvPr>
        </p:nvSpPr>
        <p:spPr>
          <a:xfrm>
            <a:off x="3308586" y="15389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2" name="Google Shape;292;p25"/>
          <p:cNvSpPr txBox="1"/>
          <p:nvPr>
            <p:ph idx="7" type="body"/>
          </p:nvPr>
        </p:nvSpPr>
        <p:spPr>
          <a:xfrm>
            <a:off x="6076277" y="1967672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3" name="Google Shape;293;p25"/>
          <p:cNvSpPr txBox="1"/>
          <p:nvPr>
            <p:ph idx="8" type="subTitle"/>
          </p:nvPr>
        </p:nvSpPr>
        <p:spPr>
          <a:xfrm>
            <a:off x="6077166" y="10868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4" name="Google Shape;294;p25"/>
          <p:cNvSpPr txBox="1"/>
          <p:nvPr>
            <p:ph idx="9" type="subTitle"/>
          </p:nvPr>
        </p:nvSpPr>
        <p:spPr>
          <a:xfrm>
            <a:off x="6077166" y="15457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">
  <p:cSld name="TITLE_1_1_1_2_1_2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" type="body"/>
          </p:nvPr>
        </p:nvSpPr>
        <p:spPr>
          <a:xfrm>
            <a:off x="54000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8" name="Google Shape;298;p26"/>
          <p:cNvSpPr txBox="1"/>
          <p:nvPr>
            <p:ph idx="2" type="subTitle"/>
          </p:nvPr>
        </p:nvSpPr>
        <p:spPr>
          <a:xfrm>
            <a:off x="540675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9" name="Google Shape;299;p26"/>
          <p:cNvSpPr txBox="1"/>
          <p:nvPr>
            <p:ph idx="3" type="subTitle"/>
          </p:nvPr>
        </p:nvSpPr>
        <p:spPr>
          <a:xfrm>
            <a:off x="540675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0" name="Google Shape;300;p26"/>
          <p:cNvSpPr txBox="1"/>
          <p:nvPr>
            <p:ph idx="4" type="body"/>
          </p:nvPr>
        </p:nvSpPr>
        <p:spPr>
          <a:xfrm>
            <a:off x="259845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1" name="Google Shape;301;p26"/>
          <p:cNvSpPr txBox="1"/>
          <p:nvPr>
            <p:ph idx="5" type="subTitle"/>
          </p:nvPr>
        </p:nvSpPr>
        <p:spPr>
          <a:xfrm>
            <a:off x="2599125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2" name="Google Shape;302;p26"/>
          <p:cNvSpPr txBox="1"/>
          <p:nvPr>
            <p:ph idx="6" type="subTitle"/>
          </p:nvPr>
        </p:nvSpPr>
        <p:spPr>
          <a:xfrm>
            <a:off x="2599125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3" name="Google Shape;303;p26"/>
          <p:cNvSpPr txBox="1"/>
          <p:nvPr>
            <p:ph idx="7" type="body"/>
          </p:nvPr>
        </p:nvSpPr>
        <p:spPr>
          <a:xfrm>
            <a:off x="4657575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idx="8" type="subTitle"/>
          </p:nvPr>
        </p:nvSpPr>
        <p:spPr>
          <a:xfrm>
            <a:off x="4658250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5" name="Google Shape;305;p26"/>
          <p:cNvSpPr txBox="1"/>
          <p:nvPr>
            <p:ph idx="9" type="subTitle"/>
          </p:nvPr>
        </p:nvSpPr>
        <p:spPr>
          <a:xfrm>
            <a:off x="4658250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6" name="Google Shape;306;p26"/>
          <p:cNvSpPr txBox="1"/>
          <p:nvPr>
            <p:ph idx="13" type="subTitle"/>
          </p:nvPr>
        </p:nvSpPr>
        <p:spPr>
          <a:xfrm>
            <a:off x="6718050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7" name="Google Shape;307;p26"/>
          <p:cNvSpPr txBox="1"/>
          <p:nvPr>
            <p:ph idx="14" type="subTitle"/>
          </p:nvPr>
        </p:nvSpPr>
        <p:spPr>
          <a:xfrm>
            <a:off x="6718050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8" name="Google Shape;308;p26"/>
          <p:cNvSpPr txBox="1"/>
          <p:nvPr>
            <p:ph idx="15" type="body"/>
          </p:nvPr>
        </p:nvSpPr>
        <p:spPr>
          <a:xfrm>
            <a:off x="671670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31">
          <p15:clr>
            <a:srgbClr val="E46962"/>
          </p15:clr>
        </p15:guide>
        <p15:guide id="2" pos="1531">
          <p15:clr>
            <a:srgbClr val="E46962"/>
          </p15:clr>
        </p15:guide>
        <p15:guide id="3" pos="2827">
          <p15:clr>
            <a:srgbClr val="E46962"/>
          </p15:clr>
        </p15:guide>
        <p15:guide id="4" pos="2933">
          <p15:clr>
            <a:srgbClr val="E46962"/>
          </p15:clr>
        </p15:guide>
        <p15:guide id="5" pos="1637">
          <p15:clr>
            <a:srgbClr val="E46962"/>
          </p15:clr>
        </p15:guide>
        <p15:guide id="6" pos="4124">
          <p15:clr>
            <a:srgbClr val="E46962"/>
          </p15:clr>
        </p15:guide>
        <p15:guide id="7" pos="4229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rows of text with subtitles">
  <p:cSld name="CUSTOM_28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7"/>
          <p:cNvSpPr txBox="1"/>
          <p:nvPr>
            <p:ph idx="1" type="subTitle"/>
          </p:nvPr>
        </p:nvSpPr>
        <p:spPr>
          <a:xfrm>
            <a:off x="543675" y="1080000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2" name="Google Shape;312;p27"/>
          <p:cNvSpPr txBox="1"/>
          <p:nvPr>
            <p:ph idx="2" type="body"/>
          </p:nvPr>
        </p:nvSpPr>
        <p:spPr>
          <a:xfrm>
            <a:off x="541875" y="1348011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3" name="Google Shape;313;p27"/>
          <p:cNvSpPr txBox="1"/>
          <p:nvPr>
            <p:ph idx="3" type="subTitle"/>
          </p:nvPr>
        </p:nvSpPr>
        <p:spPr>
          <a:xfrm>
            <a:off x="542775" y="3515658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4" name="Google Shape;314;p27"/>
          <p:cNvSpPr txBox="1"/>
          <p:nvPr>
            <p:ph idx="4" type="body"/>
          </p:nvPr>
        </p:nvSpPr>
        <p:spPr>
          <a:xfrm>
            <a:off x="540975" y="3783670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5" name="Google Shape;315;p27"/>
          <p:cNvSpPr txBox="1"/>
          <p:nvPr>
            <p:ph idx="5" type="subTitle"/>
          </p:nvPr>
        </p:nvSpPr>
        <p:spPr>
          <a:xfrm>
            <a:off x="541875" y="2297829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6" name="Google Shape;316;p27"/>
          <p:cNvSpPr txBox="1"/>
          <p:nvPr>
            <p:ph idx="6" type="body"/>
          </p:nvPr>
        </p:nvSpPr>
        <p:spPr>
          <a:xfrm>
            <a:off x="540075" y="2565840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81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header, text, image">
  <p:cSld name="TITLE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/>
          <p:nvPr>
            <p:ph idx="1" type="body"/>
          </p:nvPr>
        </p:nvSpPr>
        <p:spPr>
          <a:xfrm>
            <a:off x="540000" y="1080000"/>
            <a:ext cx="3932400" cy="3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9" name="Google Shape;319;p28"/>
          <p:cNvSpPr/>
          <p:nvPr>
            <p:ph idx="2" type="pic"/>
          </p:nvPr>
        </p:nvSpPr>
        <p:spPr>
          <a:xfrm>
            <a:off x="4686475" y="1080000"/>
            <a:ext cx="3917400" cy="34674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28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28"/>
          <p:cNvSpPr txBox="1"/>
          <p:nvPr>
            <p:ph idx="3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text, image">
  <p:cSld name="TITLE_1_1_1_1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 txBox="1"/>
          <p:nvPr>
            <p:ph idx="1" type="body"/>
          </p:nvPr>
        </p:nvSpPr>
        <p:spPr>
          <a:xfrm>
            <a:off x="540000" y="1080000"/>
            <a:ext cx="3932400" cy="3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24" name="Google Shape;324;p29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9"/>
          <p:cNvSpPr/>
          <p:nvPr>
            <p:ph idx="2" type="pic"/>
          </p:nvPr>
        </p:nvSpPr>
        <p:spPr>
          <a:xfrm>
            <a:off x="4686475" y="1080000"/>
            <a:ext cx="3917400" cy="346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1 section on the right">
  <p:cSld name="CUSTOM_18_2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30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0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0"/>
          <p:cNvSpPr txBox="1"/>
          <p:nvPr>
            <p:ph idx="1" type="body"/>
          </p:nvPr>
        </p:nvSpPr>
        <p:spPr>
          <a:xfrm>
            <a:off x="3544250" y="1108050"/>
            <a:ext cx="50598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0" name="Google Shape;330;p30"/>
          <p:cNvSpPr txBox="1"/>
          <p:nvPr>
            <p:ph idx="2" type="subTitle"/>
          </p:nvPr>
        </p:nvSpPr>
        <p:spPr>
          <a:xfrm>
            <a:off x="3544250" y="7480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1" name="Google Shape;331;p30"/>
          <p:cNvSpPr txBox="1"/>
          <p:nvPr>
            <p:ph idx="3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2 sections on the right">
  <p:cSld name="CUSTOM_18_2_2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31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1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1" type="subTitle"/>
          </p:nvPr>
        </p:nvSpPr>
        <p:spPr>
          <a:xfrm>
            <a:off x="3543050" y="360000"/>
            <a:ext cx="5061000" cy="4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2" type="body"/>
          </p:nvPr>
        </p:nvSpPr>
        <p:spPr>
          <a:xfrm>
            <a:off x="3541250" y="858338"/>
            <a:ext cx="50610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7" name="Google Shape;337;p31"/>
          <p:cNvSpPr txBox="1"/>
          <p:nvPr>
            <p:ph idx="3" type="subTitle"/>
          </p:nvPr>
        </p:nvSpPr>
        <p:spPr>
          <a:xfrm>
            <a:off x="3541250" y="2624421"/>
            <a:ext cx="5061000" cy="4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idx="4" type="body"/>
          </p:nvPr>
        </p:nvSpPr>
        <p:spPr>
          <a:xfrm>
            <a:off x="3539450" y="3122759"/>
            <a:ext cx="50610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9" name="Google Shape;339;p31"/>
          <p:cNvSpPr txBox="1"/>
          <p:nvPr>
            <p:ph idx="5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3 sections on the right">
  <p:cSld name="CUSTOM_18_2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1" name="Google Shape;341;p32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2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32"/>
          <p:cNvSpPr txBox="1"/>
          <p:nvPr>
            <p:ph idx="1" type="subTitle"/>
          </p:nvPr>
        </p:nvSpPr>
        <p:spPr>
          <a:xfrm>
            <a:off x="3543050" y="36000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4" name="Google Shape;344;p32"/>
          <p:cNvSpPr txBox="1"/>
          <p:nvPr>
            <p:ph idx="2" type="body"/>
          </p:nvPr>
        </p:nvSpPr>
        <p:spPr>
          <a:xfrm>
            <a:off x="3541250" y="683675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5" name="Google Shape;345;p32"/>
          <p:cNvSpPr txBox="1"/>
          <p:nvPr>
            <p:ph idx="3" type="subTitle"/>
          </p:nvPr>
        </p:nvSpPr>
        <p:spPr>
          <a:xfrm>
            <a:off x="3542150" y="3301525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6" name="Google Shape;346;p32"/>
          <p:cNvSpPr txBox="1"/>
          <p:nvPr>
            <p:ph idx="4" type="body"/>
          </p:nvPr>
        </p:nvSpPr>
        <p:spPr>
          <a:xfrm>
            <a:off x="3540350" y="3625200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7" name="Google Shape;347;p32"/>
          <p:cNvSpPr txBox="1"/>
          <p:nvPr>
            <p:ph idx="5" type="subTitle"/>
          </p:nvPr>
        </p:nvSpPr>
        <p:spPr>
          <a:xfrm>
            <a:off x="3541250" y="1830763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8" name="Google Shape;348;p32"/>
          <p:cNvSpPr txBox="1"/>
          <p:nvPr>
            <p:ph idx="6" type="body"/>
          </p:nvPr>
        </p:nvSpPr>
        <p:spPr>
          <a:xfrm>
            <a:off x="3539450" y="2154438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9" name="Google Shape;349;p32"/>
          <p:cNvSpPr txBox="1"/>
          <p:nvPr>
            <p:ph idx="7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18_2_2_1_1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1" name="Google Shape;351;p33"/>
          <p:cNvCxnSpPr/>
          <p:nvPr/>
        </p:nvCxnSpPr>
        <p:spPr>
          <a:xfrm>
            <a:off x="2728150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33"/>
          <p:cNvSpPr txBox="1"/>
          <p:nvPr>
            <p:ph idx="1" type="subTitle"/>
          </p:nvPr>
        </p:nvSpPr>
        <p:spPr>
          <a:xfrm>
            <a:off x="3010029" y="360000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3" name="Google Shape;353;p33"/>
          <p:cNvSpPr txBox="1"/>
          <p:nvPr>
            <p:ph idx="2" type="body"/>
          </p:nvPr>
        </p:nvSpPr>
        <p:spPr>
          <a:xfrm>
            <a:off x="3008040" y="617650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4" name="Google Shape;354;p33"/>
          <p:cNvSpPr txBox="1"/>
          <p:nvPr>
            <p:ph idx="3" type="subTitle"/>
          </p:nvPr>
        </p:nvSpPr>
        <p:spPr>
          <a:xfrm>
            <a:off x="540000" y="1751775"/>
            <a:ext cx="1890000" cy="4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5" name="Google Shape;355;p33"/>
          <p:cNvSpPr/>
          <p:nvPr>
            <p:ph idx="4" type="pic"/>
          </p:nvPr>
        </p:nvSpPr>
        <p:spPr>
          <a:xfrm>
            <a:off x="540000" y="369350"/>
            <a:ext cx="1213200" cy="12132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33"/>
          <p:cNvSpPr txBox="1"/>
          <p:nvPr>
            <p:ph idx="5" type="subTitle"/>
          </p:nvPr>
        </p:nvSpPr>
        <p:spPr>
          <a:xfrm>
            <a:off x="540000" y="2228925"/>
            <a:ext cx="1890000" cy="1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7" name="Google Shape;357;p33"/>
          <p:cNvSpPr txBox="1"/>
          <p:nvPr>
            <p:ph idx="6" type="body"/>
          </p:nvPr>
        </p:nvSpPr>
        <p:spPr>
          <a:xfrm>
            <a:off x="540000" y="2502475"/>
            <a:ext cx="18900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8" name="Google Shape;358;p33"/>
          <p:cNvSpPr txBox="1"/>
          <p:nvPr>
            <p:ph idx="7" type="subTitle"/>
          </p:nvPr>
        </p:nvSpPr>
        <p:spPr>
          <a:xfrm>
            <a:off x="3009034" y="32672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9" name="Google Shape;359;p33"/>
          <p:cNvSpPr txBox="1"/>
          <p:nvPr>
            <p:ph idx="8" type="body"/>
          </p:nvPr>
        </p:nvSpPr>
        <p:spPr>
          <a:xfrm>
            <a:off x="3007045" y="35248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0" name="Google Shape;360;p33"/>
          <p:cNvSpPr txBox="1"/>
          <p:nvPr>
            <p:ph idx="9" type="subTitle"/>
          </p:nvPr>
        </p:nvSpPr>
        <p:spPr>
          <a:xfrm>
            <a:off x="3008040" y="18206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1" name="Google Shape;361;p33"/>
          <p:cNvSpPr txBox="1"/>
          <p:nvPr>
            <p:ph idx="13" type="body"/>
          </p:nvPr>
        </p:nvSpPr>
        <p:spPr>
          <a:xfrm>
            <a:off x="3006050" y="20782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2" name="Google Shape;362;p33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Devoteam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| </a:t>
            </a: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3" name="Google Shape;363;p33"/>
          <p:cNvSpPr txBox="1"/>
          <p:nvPr>
            <p:ph idx="14" type="subTitle"/>
          </p:nvPr>
        </p:nvSpPr>
        <p:spPr>
          <a:xfrm>
            <a:off x="540000" y="4334175"/>
            <a:ext cx="18900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b="1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 with logo">
  <p:cSld name="CUSTOM_18_2_2_1_1_1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5" name="Google Shape;365;p34"/>
          <p:cNvCxnSpPr/>
          <p:nvPr/>
        </p:nvCxnSpPr>
        <p:spPr>
          <a:xfrm>
            <a:off x="2728150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540000" y="1751775"/>
            <a:ext cx="1890000" cy="4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67" name="Google Shape;367;p34"/>
          <p:cNvSpPr/>
          <p:nvPr>
            <p:ph idx="2" type="pic"/>
          </p:nvPr>
        </p:nvSpPr>
        <p:spPr>
          <a:xfrm>
            <a:off x="540000" y="369350"/>
            <a:ext cx="1213200" cy="12132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34"/>
          <p:cNvSpPr txBox="1"/>
          <p:nvPr>
            <p:ph idx="3" type="subTitle"/>
          </p:nvPr>
        </p:nvSpPr>
        <p:spPr>
          <a:xfrm>
            <a:off x="540000" y="2228925"/>
            <a:ext cx="1890000" cy="1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9" name="Google Shape;369;p34"/>
          <p:cNvSpPr txBox="1"/>
          <p:nvPr>
            <p:ph idx="4" type="body"/>
          </p:nvPr>
        </p:nvSpPr>
        <p:spPr>
          <a:xfrm>
            <a:off x="540000" y="2502475"/>
            <a:ext cx="18900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0" name="Google Shape;370;p34"/>
          <p:cNvSpPr txBox="1"/>
          <p:nvPr/>
        </p:nvSpPr>
        <p:spPr>
          <a:xfrm>
            <a:off x="540000" y="4783500"/>
            <a:ext cx="7847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1" name="Google Shape;371;p34"/>
          <p:cNvSpPr txBox="1"/>
          <p:nvPr>
            <p:ph idx="5" type="subTitle"/>
          </p:nvPr>
        </p:nvSpPr>
        <p:spPr>
          <a:xfrm>
            <a:off x="540000" y="4334175"/>
            <a:ext cx="18900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b="1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372" name="Google Shape;37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000" y="4698000"/>
            <a:ext cx="932875" cy="2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4"/>
          <p:cNvSpPr txBox="1"/>
          <p:nvPr>
            <p:ph idx="6" type="subTitle"/>
          </p:nvPr>
        </p:nvSpPr>
        <p:spPr>
          <a:xfrm>
            <a:off x="3010029" y="360000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4" name="Google Shape;374;p34"/>
          <p:cNvSpPr txBox="1"/>
          <p:nvPr>
            <p:ph idx="7" type="body"/>
          </p:nvPr>
        </p:nvSpPr>
        <p:spPr>
          <a:xfrm>
            <a:off x="3008040" y="617650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5" name="Google Shape;375;p34"/>
          <p:cNvSpPr txBox="1"/>
          <p:nvPr>
            <p:ph idx="8" type="subTitle"/>
          </p:nvPr>
        </p:nvSpPr>
        <p:spPr>
          <a:xfrm>
            <a:off x="3009034" y="32672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6" name="Google Shape;376;p34"/>
          <p:cNvSpPr txBox="1"/>
          <p:nvPr>
            <p:ph idx="9" type="body"/>
          </p:nvPr>
        </p:nvSpPr>
        <p:spPr>
          <a:xfrm>
            <a:off x="3007045" y="35248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7" name="Google Shape;377;p34"/>
          <p:cNvSpPr txBox="1"/>
          <p:nvPr>
            <p:ph idx="13" type="subTitle"/>
          </p:nvPr>
        </p:nvSpPr>
        <p:spPr>
          <a:xfrm>
            <a:off x="3008040" y="18206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8" name="Google Shape;378;p34"/>
          <p:cNvSpPr txBox="1"/>
          <p:nvPr>
            <p:ph idx="14" type="body"/>
          </p:nvPr>
        </p:nvSpPr>
        <p:spPr>
          <a:xfrm>
            <a:off x="3006050" y="20782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charter">
  <p:cSld name="CUSTOM_18_2_2_1_1_1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0" name="Google Shape;380;p35"/>
          <p:cNvCxnSpPr/>
          <p:nvPr/>
        </p:nvCxnSpPr>
        <p:spPr>
          <a:xfrm>
            <a:off x="3183625" y="1075050"/>
            <a:ext cx="0" cy="347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>
            <p:ph idx="1" type="body"/>
          </p:nvPr>
        </p:nvSpPr>
        <p:spPr>
          <a:xfrm>
            <a:off x="3544250" y="1435050"/>
            <a:ext cx="5059800" cy="31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2" type="subTitle"/>
          </p:nvPr>
        </p:nvSpPr>
        <p:spPr>
          <a:xfrm>
            <a:off x="3544250" y="10750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3" name="Google Shape;383;p35"/>
          <p:cNvSpPr txBox="1"/>
          <p:nvPr>
            <p:ph idx="3" type="body"/>
          </p:nvPr>
        </p:nvSpPr>
        <p:spPr>
          <a:xfrm>
            <a:off x="540000" y="1435050"/>
            <a:ext cx="2283000" cy="8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4" name="Google Shape;384;p3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35"/>
          <p:cNvSpPr txBox="1"/>
          <p:nvPr>
            <p:ph idx="4" type="body"/>
          </p:nvPr>
        </p:nvSpPr>
        <p:spPr>
          <a:xfrm>
            <a:off x="540050" y="2861850"/>
            <a:ext cx="2253900" cy="16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6" name="Google Shape;386;p35"/>
          <p:cNvSpPr txBox="1"/>
          <p:nvPr>
            <p:ph idx="5" type="subTitle"/>
          </p:nvPr>
        </p:nvSpPr>
        <p:spPr>
          <a:xfrm>
            <a:off x="540050" y="2501850"/>
            <a:ext cx="22539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7" name="Google Shape;387;p35"/>
          <p:cNvSpPr txBox="1"/>
          <p:nvPr>
            <p:ph idx="6" type="subTitle"/>
          </p:nvPr>
        </p:nvSpPr>
        <p:spPr>
          <a:xfrm>
            <a:off x="540000" y="1077525"/>
            <a:ext cx="22539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e">
  <p:cSld name="CUSTOM_18_2_2_1_1_1_1_2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36"/>
          <p:cNvSpPr txBox="1"/>
          <p:nvPr>
            <p:ph idx="1" type="body"/>
          </p:nvPr>
        </p:nvSpPr>
        <p:spPr>
          <a:xfrm>
            <a:off x="60645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91" name="Google Shape;391;p36"/>
          <p:cNvSpPr txBox="1"/>
          <p:nvPr>
            <p:ph idx="2" type="subTitle"/>
          </p:nvPr>
        </p:nvSpPr>
        <p:spPr>
          <a:xfrm>
            <a:off x="540000" y="102340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92" name="Google Shape;392;p36"/>
          <p:cNvSpPr/>
          <p:nvPr/>
        </p:nvSpPr>
        <p:spPr>
          <a:xfrm>
            <a:off x="54000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36"/>
          <p:cNvSpPr/>
          <p:nvPr/>
        </p:nvSpPr>
        <p:spPr>
          <a:xfrm>
            <a:off x="121995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36"/>
          <p:cNvSpPr txBox="1"/>
          <p:nvPr>
            <p:ph idx="3" type="title"/>
          </p:nvPr>
        </p:nvSpPr>
        <p:spPr>
          <a:xfrm>
            <a:off x="60645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5" name="Google Shape;395;p36"/>
          <p:cNvSpPr txBox="1"/>
          <p:nvPr>
            <p:ph idx="4" type="body"/>
          </p:nvPr>
        </p:nvSpPr>
        <p:spPr>
          <a:xfrm>
            <a:off x="713055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96" name="Google Shape;396;p36"/>
          <p:cNvSpPr/>
          <p:nvPr/>
        </p:nvSpPr>
        <p:spPr>
          <a:xfrm>
            <a:off x="706410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774405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36"/>
          <p:cNvSpPr txBox="1"/>
          <p:nvPr>
            <p:ph idx="5" type="title"/>
          </p:nvPr>
        </p:nvSpPr>
        <p:spPr>
          <a:xfrm>
            <a:off x="713055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9" name="Google Shape;399;p36"/>
          <p:cNvSpPr txBox="1"/>
          <p:nvPr>
            <p:ph idx="6" type="body"/>
          </p:nvPr>
        </p:nvSpPr>
        <p:spPr>
          <a:xfrm>
            <a:off x="386850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0" name="Google Shape;400;p36"/>
          <p:cNvSpPr/>
          <p:nvPr/>
        </p:nvSpPr>
        <p:spPr>
          <a:xfrm>
            <a:off x="380205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36"/>
          <p:cNvSpPr/>
          <p:nvPr/>
        </p:nvSpPr>
        <p:spPr>
          <a:xfrm>
            <a:off x="448200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36"/>
          <p:cNvSpPr txBox="1"/>
          <p:nvPr>
            <p:ph idx="7" type="title"/>
          </p:nvPr>
        </p:nvSpPr>
        <p:spPr>
          <a:xfrm>
            <a:off x="386850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36"/>
          <p:cNvSpPr txBox="1"/>
          <p:nvPr>
            <p:ph idx="8" type="body"/>
          </p:nvPr>
        </p:nvSpPr>
        <p:spPr>
          <a:xfrm>
            <a:off x="5499525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4" name="Google Shape;404;p36"/>
          <p:cNvSpPr/>
          <p:nvPr/>
        </p:nvSpPr>
        <p:spPr>
          <a:xfrm>
            <a:off x="5433075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6113025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36"/>
          <p:cNvSpPr txBox="1"/>
          <p:nvPr>
            <p:ph idx="9" type="title"/>
          </p:nvPr>
        </p:nvSpPr>
        <p:spPr>
          <a:xfrm>
            <a:off x="5499530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7" name="Google Shape;407;p36"/>
          <p:cNvSpPr txBox="1"/>
          <p:nvPr>
            <p:ph idx="13" type="body"/>
          </p:nvPr>
        </p:nvSpPr>
        <p:spPr>
          <a:xfrm>
            <a:off x="2237475" y="1868538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8" name="Google Shape;408;p36"/>
          <p:cNvSpPr/>
          <p:nvPr/>
        </p:nvSpPr>
        <p:spPr>
          <a:xfrm>
            <a:off x="2171025" y="1439713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2850975" y="1346888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36"/>
          <p:cNvSpPr txBox="1"/>
          <p:nvPr>
            <p:ph idx="14" type="title"/>
          </p:nvPr>
        </p:nvSpPr>
        <p:spPr>
          <a:xfrm>
            <a:off x="2237480" y="158236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1" name="Google Shape;411;p36"/>
          <p:cNvSpPr txBox="1"/>
          <p:nvPr>
            <p:ph idx="15" type="body"/>
          </p:nvPr>
        </p:nvSpPr>
        <p:spPr>
          <a:xfrm>
            <a:off x="60645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12" name="Google Shape;412;p36"/>
          <p:cNvSpPr txBox="1"/>
          <p:nvPr>
            <p:ph idx="16" type="subTitle"/>
          </p:nvPr>
        </p:nvSpPr>
        <p:spPr>
          <a:xfrm>
            <a:off x="540000" y="290345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13" name="Google Shape;413;p36"/>
          <p:cNvSpPr/>
          <p:nvPr/>
        </p:nvSpPr>
        <p:spPr>
          <a:xfrm>
            <a:off x="54000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121995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6"/>
          <p:cNvSpPr txBox="1"/>
          <p:nvPr>
            <p:ph idx="17" type="title"/>
          </p:nvPr>
        </p:nvSpPr>
        <p:spPr>
          <a:xfrm>
            <a:off x="60645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6" name="Google Shape;416;p36"/>
          <p:cNvSpPr txBox="1"/>
          <p:nvPr>
            <p:ph idx="18" type="body"/>
          </p:nvPr>
        </p:nvSpPr>
        <p:spPr>
          <a:xfrm>
            <a:off x="713055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17" name="Google Shape;417;p36"/>
          <p:cNvSpPr/>
          <p:nvPr/>
        </p:nvSpPr>
        <p:spPr>
          <a:xfrm>
            <a:off x="706410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774405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36"/>
          <p:cNvSpPr txBox="1"/>
          <p:nvPr>
            <p:ph idx="19" type="title"/>
          </p:nvPr>
        </p:nvSpPr>
        <p:spPr>
          <a:xfrm>
            <a:off x="713055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0" name="Google Shape;420;p36"/>
          <p:cNvSpPr txBox="1"/>
          <p:nvPr>
            <p:ph idx="20" type="body"/>
          </p:nvPr>
        </p:nvSpPr>
        <p:spPr>
          <a:xfrm>
            <a:off x="386850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1" name="Google Shape;421;p36"/>
          <p:cNvSpPr/>
          <p:nvPr/>
        </p:nvSpPr>
        <p:spPr>
          <a:xfrm>
            <a:off x="380205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448200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36"/>
          <p:cNvSpPr txBox="1"/>
          <p:nvPr>
            <p:ph idx="21" type="title"/>
          </p:nvPr>
        </p:nvSpPr>
        <p:spPr>
          <a:xfrm>
            <a:off x="386850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4" name="Google Shape;424;p36"/>
          <p:cNvSpPr txBox="1"/>
          <p:nvPr>
            <p:ph idx="22" type="body"/>
          </p:nvPr>
        </p:nvSpPr>
        <p:spPr>
          <a:xfrm>
            <a:off x="5499525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5" name="Google Shape;425;p36"/>
          <p:cNvSpPr/>
          <p:nvPr/>
        </p:nvSpPr>
        <p:spPr>
          <a:xfrm>
            <a:off x="5433075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6113025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36"/>
          <p:cNvSpPr txBox="1"/>
          <p:nvPr>
            <p:ph idx="23" type="title"/>
          </p:nvPr>
        </p:nvSpPr>
        <p:spPr>
          <a:xfrm>
            <a:off x="5499530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8" name="Google Shape;428;p36"/>
          <p:cNvSpPr txBox="1"/>
          <p:nvPr>
            <p:ph idx="24" type="body"/>
          </p:nvPr>
        </p:nvSpPr>
        <p:spPr>
          <a:xfrm>
            <a:off x="2237475" y="3748588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9" name="Google Shape;429;p36"/>
          <p:cNvSpPr/>
          <p:nvPr/>
        </p:nvSpPr>
        <p:spPr>
          <a:xfrm>
            <a:off x="2171025" y="3319763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2850975" y="3226938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36"/>
          <p:cNvSpPr txBox="1"/>
          <p:nvPr>
            <p:ph idx="25" type="title"/>
          </p:nvPr>
        </p:nvSpPr>
        <p:spPr>
          <a:xfrm>
            <a:off x="2237480" y="34624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us report">
  <p:cSld name="CUSTOM_18_2_2_1_1_1_1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" name="Google Shape;433;p37"/>
          <p:cNvCxnSpPr/>
          <p:nvPr/>
        </p:nvCxnSpPr>
        <p:spPr>
          <a:xfrm>
            <a:off x="3183625" y="1235875"/>
            <a:ext cx="0" cy="331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7"/>
          <p:cNvSpPr txBox="1"/>
          <p:nvPr>
            <p:ph idx="1" type="body"/>
          </p:nvPr>
        </p:nvSpPr>
        <p:spPr>
          <a:xfrm>
            <a:off x="3544250" y="1587450"/>
            <a:ext cx="5059800" cy="11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5" name="Google Shape;435;p37"/>
          <p:cNvSpPr txBox="1"/>
          <p:nvPr>
            <p:ph idx="2" type="subTitle"/>
          </p:nvPr>
        </p:nvSpPr>
        <p:spPr>
          <a:xfrm>
            <a:off x="3544250" y="12274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3" type="body"/>
          </p:nvPr>
        </p:nvSpPr>
        <p:spPr>
          <a:xfrm>
            <a:off x="525450" y="3961375"/>
            <a:ext cx="22830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7" name="Google Shape;437;p37"/>
          <p:cNvSpPr txBox="1"/>
          <p:nvPr>
            <p:ph idx="4" type="subTitle"/>
          </p:nvPr>
        </p:nvSpPr>
        <p:spPr>
          <a:xfrm>
            <a:off x="525450" y="3603850"/>
            <a:ext cx="22830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8" name="Google Shape;438;p37"/>
          <p:cNvSpPr txBox="1"/>
          <p:nvPr>
            <p:ph type="title"/>
          </p:nvPr>
        </p:nvSpPr>
        <p:spPr>
          <a:xfrm>
            <a:off x="540000" y="360000"/>
            <a:ext cx="22539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9" name="Google Shape;439;p37"/>
          <p:cNvSpPr txBox="1"/>
          <p:nvPr>
            <p:ph idx="5" type="subTitle"/>
          </p:nvPr>
        </p:nvSpPr>
        <p:spPr>
          <a:xfrm>
            <a:off x="540000" y="648125"/>
            <a:ext cx="22539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440" name="Google Shape;440;p37"/>
          <p:cNvSpPr txBox="1"/>
          <p:nvPr>
            <p:ph idx="6" type="body"/>
          </p:nvPr>
        </p:nvSpPr>
        <p:spPr>
          <a:xfrm>
            <a:off x="3544250" y="3365475"/>
            <a:ext cx="5059800" cy="11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1" name="Google Shape;441;p37"/>
          <p:cNvSpPr txBox="1"/>
          <p:nvPr>
            <p:ph idx="7" type="subTitle"/>
          </p:nvPr>
        </p:nvSpPr>
        <p:spPr>
          <a:xfrm>
            <a:off x="3544250" y="3005475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2" name="Google Shape;442;p37"/>
          <p:cNvSpPr/>
          <p:nvPr/>
        </p:nvSpPr>
        <p:spPr>
          <a:xfrm>
            <a:off x="525450" y="1235875"/>
            <a:ext cx="2283000" cy="745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3" name="Google Shape;443;p37"/>
          <p:cNvSpPr txBox="1"/>
          <p:nvPr>
            <p:ph idx="8" type="body"/>
          </p:nvPr>
        </p:nvSpPr>
        <p:spPr>
          <a:xfrm>
            <a:off x="540000" y="2690450"/>
            <a:ext cx="22830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4" name="Google Shape;444;p37"/>
          <p:cNvSpPr txBox="1"/>
          <p:nvPr>
            <p:ph idx="9" type="subTitle"/>
          </p:nvPr>
        </p:nvSpPr>
        <p:spPr>
          <a:xfrm>
            <a:off x="540000" y="2332925"/>
            <a:ext cx="22830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5" name="Google Shape;445;p37"/>
          <p:cNvSpPr txBox="1"/>
          <p:nvPr/>
        </p:nvSpPr>
        <p:spPr>
          <a:xfrm>
            <a:off x="635863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Status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6" name="Google Shape;446;p37"/>
          <p:cNvSpPr txBox="1"/>
          <p:nvPr/>
        </p:nvSpPr>
        <p:spPr>
          <a:xfrm>
            <a:off x="1380746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Files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>
            <a:off x="2125629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Owner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8" name="Google Shape;448;p37"/>
          <p:cNvSpPr/>
          <p:nvPr>
            <p:ph idx="13" type="pic"/>
          </p:nvPr>
        </p:nvSpPr>
        <p:spPr>
          <a:xfrm>
            <a:off x="2213975" y="1333075"/>
            <a:ext cx="395700" cy="3957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 case scoping">
  <p:cSld name="TITLE_1_1_1_2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38"/>
          <p:cNvCxnSpPr/>
          <p:nvPr/>
        </p:nvCxnSpPr>
        <p:spPr>
          <a:xfrm>
            <a:off x="2480125" y="1397000"/>
            <a:ext cx="0" cy="2451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1" name="Google Shape;451;p38"/>
          <p:cNvSpPr txBox="1"/>
          <p:nvPr>
            <p:ph idx="1" type="body"/>
          </p:nvPr>
        </p:nvSpPr>
        <p:spPr>
          <a:xfrm>
            <a:off x="540000" y="1397000"/>
            <a:ext cx="17772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2" name="Google Shape;452;p38"/>
          <p:cNvSpPr txBox="1"/>
          <p:nvPr>
            <p:ph idx="2" type="subTitle"/>
          </p:nvPr>
        </p:nvSpPr>
        <p:spPr>
          <a:xfrm>
            <a:off x="540900" y="1080000"/>
            <a:ext cx="17772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3" name="Google Shape;453;p38"/>
          <p:cNvSpPr txBox="1"/>
          <p:nvPr>
            <p:ph idx="3" type="body"/>
          </p:nvPr>
        </p:nvSpPr>
        <p:spPr>
          <a:xfrm>
            <a:off x="5322100" y="1397000"/>
            <a:ext cx="32799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4" name="Google Shape;454;p38"/>
          <p:cNvSpPr txBox="1"/>
          <p:nvPr>
            <p:ph idx="4" type="subTitle"/>
          </p:nvPr>
        </p:nvSpPr>
        <p:spPr>
          <a:xfrm>
            <a:off x="5323761" y="10800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5" name="Google Shape;455;p38"/>
          <p:cNvSpPr txBox="1"/>
          <p:nvPr>
            <p:ph idx="5" type="body"/>
          </p:nvPr>
        </p:nvSpPr>
        <p:spPr>
          <a:xfrm>
            <a:off x="2641550" y="1397000"/>
            <a:ext cx="23547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6" name="Google Shape;456;p38"/>
          <p:cNvSpPr txBox="1"/>
          <p:nvPr>
            <p:ph idx="6" type="subTitle"/>
          </p:nvPr>
        </p:nvSpPr>
        <p:spPr>
          <a:xfrm>
            <a:off x="2642742" y="1080000"/>
            <a:ext cx="23547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7" name="Google Shape;457;p38"/>
          <p:cNvSpPr/>
          <p:nvPr/>
        </p:nvSpPr>
        <p:spPr>
          <a:xfrm>
            <a:off x="2450125" y="1132500"/>
            <a:ext cx="60600" cy="108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458" name="Google Shape;458;p38"/>
          <p:cNvCxnSpPr/>
          <p:nvPr/>
        </p:nvCxnSpPr>
        <p:spPr>
          <a:xfrm>
            <a:off x="5158875" y="1397000"/>
            <a:ext cx="0" cy="3156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9" name="Google Shape;459;p38"/>
          <p:cNvSpPr/>
          <p:nvPr/>
        </p:nvSpPr>
        <p:spPr>
          <a:xfrm>
            <a:off x="5128875" y="1132500"/>
            <a:ext cx="60600" cy="108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60" name="Google Shape;460;p38"/>
          <p:cNvSpPr txBox="1"/>
          <p:nvPr>
            <p:ph idx="7" type="body"/>
          </p:nvPr>
        </p:nvSpPr>
        <p:spPr>
          <a:xfrm>
            <a:off x="5322925" y="2444400"/>
            <a:ext cx="32799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1" name="Google Shape;461;p38"/>
          <p:cNvSpPr txBox="1"/>
          <p:nvPr>
            <p:ph idx="8" type="subTitle"/>
          </p:nvPr>
        </p:nvSpPr>
        <p:spPr>
          <a:xfrm>
            <a:off x="5324586" y="21274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62" name="Google Shape;462;p38"/>
          <p:cNvSpPr txBox="1"/>
          <p:nvPr>
            <p:ph idx="9" type="body"/>
          </p:nvPr>
        </p:nvSpPr>
        <p:spPr>
          <a:xfrm>
            <a:off x="5321500" y="3523900"/>
            <a:ext cx="3279900" cy="102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3" name="Google Shape;463;p38"/>
          <p:cNvSpPr txBox="1"/>
          <p:nvPr>
            <p:ph idx="13" type="subTitle"/>
          </p:nvPr>
        </p:nvSpPr>
        <p:spPr>
          <a:xfrm>
            <a:off x="5323161" y="32069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64" name="Google Shape;464;p38"/>
          <p:cNvSpPr txBox="1"/>
          <p:nvPr>
            <p:ph type="title"/>
          </p:nvPr>
        </p:nvSpPr>
        <p:spPr>
          <a:xfrm>
            <a:off x="540000" y="360000"/>
            <a:ext cx="44574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14" type="subTitle"/>
          </p:nvPr>
        </p:nvSpPr>
        <p:spPr>
          <a:xfrm>
            <a:off x="540000" y="687125"/>
            <a:ext cx="4456200" cy="21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66" name="Google Shape;466;p38"/>
          <p:cNvSpPr txBox="1"/>
          <p:nvPr>
            <p:ph idx="15" type="subTitle"/>
          </p:nvPr>
        </p:nvSpPr>
        <p:spPr>
          <a:xfrm>
            <a:off x="540000" y="203200"/>
            <a:ext cx="4457400" cy="10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67" name="Google Shape;467;p38"/>
          <p:cNvSpPr/>
          <p:nvPr/>
        </p:nvSpPr>
        <p:spPr>
          <a:xfrm>
            <a:off x="5324575" y="203200"/>
            <a:ext cx="3279900" cy="696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68" name="Google Shape;468;p38"/>
          <p:cNvSpPr/>
          <p:nvPr>
            <p:ph idx="16" type="pic"/>
          </p:nvPr>
        </p:nvSpPr>
        <p:spPr>
          <a:xfrm>
            <a:off x="7017888" y="426575"/>
            <a:ext cx="395700" cy="395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69" name="Google Shape;469;p38"/>
          <p:cNvSpPr txBox="1"/>
          <p:nvPr>
            <p:ph idx="17" type="subTitle"/>
          </p:nvPr>
        </p:nvSpPr>
        <p:spPr>
          <a:xfrm>
            <a:off x="7022913" y="280938"/>
            <a:ext cx="1456200" cy="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b="1" sz="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0" name="Google Shape;470;p38"/>
          <p:cNvSpPr txBox="1"/>
          <p:nvPr>
            <p:ph idx="18" type="body"/>
          </p:nvPr>
        </p:nvSpPr>
        <p:spPr>
          <a:xfrm>
            <a:off x="7489588" y="424038"/>
            <a:ext cx="984600" cy="17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1" name="Google Shape;471;p38"/>
          <p:cNvSpPr/>
          <p:nvPr>
            <p:ph idx="19" type="pic"/>
          </p:nvPr>
        </p:nvSpPr>
        <p:spPr>
          <a:xfrm>
            <a:off x="5449938" y="426575"/>
            <a:ext cx="395700" cy="395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72" name="Google Shape;472;p38"/>
          <p:cNvSpPr txBox="1"/>
          <p:nvPr>
            <p:ph idx="20" type="subTitle"/>
          </p:nvPr>
        </p:nvSpPr>
        <p:spPr>
          <a:xfrm>
            <a:off x="5454963" y="280938"/>
            <a:ext cx="1456200" cy="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b="1" sz="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3" name="Google Shape;473;p38"/>
          <p:cNvSpPr txBox="1"/>
          <p:nvPr>
            <p:ph idx="21" type="body"/>
          </p:nvPr>
        </p:nvSpPr>
        <p:spPr>
          <a:xfrm>
            <a:off x="5921638" y="424038"/>
            <a:ext cx="984600" cy="17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4" name="Google Shape;474;p38"/>
          <p:cNvSpPr txBox="1"/>
          <p:nvPr>
            <p:ph idx="22" type="body"/>
          </p:nvPr>
        </p:nvSpPr>
        <p:spPr>
          <a:xfrm>
            <a:off x="7494313" y="642338"/>
            <a:ext cx="9846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75" name="Google Shape;475;p38"/>
          <p:cNvSpPr txBox="1"/>
          <p:nvPr>
            <p:ph idx="23" type="body"/>
          </p:nvPr>
        </p:nvSpPr>
        <p:spPr>
          <a:xfrm>
            <a:off x="5926363" y="642338"/>
            <a:ext cx="9846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mpaign summary">
  <p:cSld name="TITLE_1_3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9"/>
          <p:cNvSpPr txBox="1"/>
          <p:nvPr>
            <p:ph idx="1" type="body"/>
          </p:nvPr>
        </p:nvSpPr>
        <p:spPr>
          <a:xfrm>
            <a:off x="540000" y="1080000"/>
            <a:ext cx="6156300" cy="3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78" name="Google Shape;478;p39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9" name="Google Shape;479;p39"/>
          <p:cNvSpPr txBox="1"/>
          <p:nvPr>
            <p:ph idx="2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480" name="Google Shape;480;p39"/>
          <p:cNvSpPr/>
          <p:nvPr/>
        </p:nvSpPr>
        <p:spPr>
          <a:xfrm>
            <a:off x="6896050" y="1079975"/>
            <a:ext cx="1708200" cy="346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81" name="Google Shape;481;p39"/>
          <p:cNvSpPr txBox="1"/>
          <p:nvPr>
            <p:ph idx="3" type="body"/>
          </p:nvPr>
        </p:nvSpPr>
        <p:spPr>
          <a:xfrm>
            <a:off x="6984550" y="1465500"/>
            <a:ext cx="1531200" cy="29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82" name="Google Shape;482;p39"/>
          <p:cNvSpPr txBox="1"/>
          <p:nvPr>
            <p:ph idx="4" type="subTitle"/>
          </p:nvPr>
        </p:nvSpPr>
        <p:spPr>
          <a:xfrm>
            <a:off x="6984550" y="1192950"/>
            <a:ext cx="1531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slide with image placeholder">
  <p:cSld name="CUSTOM_27_1_1_1_1_2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0"/>
          <p:cNvSpPr txBox="1"/>
          <p:nvPr>
            <p:ph type="title"/>
          </p:nvPr>
        </p:nvSpPr>
        <p:spPr>
          <a:xfrm>
            <a:off x="6158700" y="3743325"/>
            <a:ext cx="2445600" cy="42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5" name="Google Shape;485;p40"/>
          <p:cNvGrpSpPr/>
          <p:nvPr/>
        </p:nvGrpSpPr>
        <p:grpSpPr>
          <a:xfrm>
            <a:off x="6611890" y="900006"/>
            <a:ext cx="1539227" cy="2445427"/>
            <a:chOff x="1978200" y="2883150"/>
            <a:chExt cx="383675" cy="608300"/>
          </a:xfrm>
        </p:grpSpPr>
        <p:sp>
          <p:nvSpPr>
            <p:cNvPr id="486" name="Google Shape;486;p40"/>
            <p:cNvSpPr/>
            <p:nvPr/>
          </p:nvSpPr>
          <p:spPr>
            <a:xfrm>
              <a:off x="1978200" y="2883150"/>
              <a:ext cx="382400" cy="186300"/>
            </a:xfrm>
            <a:custGeom>
              <a:rect b="b" l="l" r="r" t="t"/>
              <a:pathLst>
                <a:path extrusionOk="0" fill="none" h="7452" w="15296">
                  <a:moveTo>
                    <a:pt x="0" y="7452"/>
                  </a:moveTo>
                  <a:cubicBezTo>
                    <a:pt x="0" y="3371"/>
                    <a:pt x="3523" y="0"/>
                    <a:pt x="7591" y="0"/>
                  </a:cubicBezTo>
                  <a:cubicBezTo>
                    <a:pt x="7591" y="0"/>
                    <a:pt x="7591" y="0"/>
                    <a:pt x="7591" y="0"/>
                  </a:cubicBezTo>
                  <a:cubicBezTo>
                    <a:pt x="11671" y="0"/>
                    <a:pt x="15296" y="2978"/>
                    <a:pt x="15296" y="7452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2052650" y="2957600"/>
              <a:ext cx="229700" cy="111850"/>
            </a:xfrm>
            <a:custGeom>
              <a:rect b="b" l="l" r="r" t="t"/>
              <a:pathLst>
                <a:path extrusionOk="0" fill="none" h="4474" w="9188">
                  <a:moveTo>
                    <a:pt x="0" y="4474"/>
                  </a:moveTo>
                  <a:cubicBezTo>
                    <a:pt x="0" y="1939"/>
                    <a:pt x="2281" y="0"/>
                    <a:pt x="4714" y="0"/>
                  </a:cubicBezTo>
                  <a:cubicBezTo>
                    <a:pt x="4714" y="0"/>
                    <a:pt x="4714" y="0"/>
                    <a:pt x="4714" y="0"/>
                  </a:cubicBezTo>
                  <a:cubicBezTo>
                    <a:pt x="7249" y="0"/>
                    <a:pt x="9188" y="1939"/>
                    <a:pt x="9188" y="4474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0"/>
            <p:cNvSpPr/>
            <p:nvPr/>
          </p:nvSpPr>
          <p:spPr>
            <a:xfrm>
              <a:off x="2120750" y="3069425"/>
              <a:ext cx="161600" cy="310200"/>
            </a:xfrm>
            <a:custGeom>
              <a:rect b="b" l="l" r="r" t="t"/>
              <a:pathLst>
                <a:path extrusionOk="0" fill="none" h="12408" w="6464">
                  <a:moveTo>
                    <a:pt x="2991" y="7934"/>
                  </a:moveTo>
                  <a:cubicBezTo>
                    <a:pt x="2991" y="10962"/>
                    <a:pt x="2991" y="10962"/>
                    <a:pt x="2991" y="10962"/>
                  </a:cubicBezTo>
                  <a:cubicBezTo>
                    <a:pt x="2991" y="11913"/>
                    <a:pt x="2484" y="12407"/>
                    <a:pt x="1496" y="12407"/>
                  </a:cubicBezTo>
                  <a:cubicBezTo>
                    <a:pt x="1496" y="12407"/>
                    <a:pt x="1496" y="12407"/>
                    <a:pt x="1496" y="12407"/>
                  </a:cubicBezTo>
                  <a:cubicBezTo>
                    <a:pt x="508" y="12407"/>
                    <a:pt x="1" y="11913"/>
                    <a:pt x="1" y="10962"/>
                  </a:cubicBezTo>
                  <a:cubicBezTo>
                    <a:pt x="1" y="10025"/>
                    <a:pt x="1" y="9328"/>
                    <a:pt x="1" y="7984"/>
                  </a:cubicBezTo>
                  <a:cubicBezTo>
                    <a:pt x="1" y="6793"/>
                    <a:pt x="102" y="6350"/>
                    <a:pt x="1192" y="5602"/>
                  </a:cubicBezTo>
                  <a:cubicBezTo>
                    <a:pt x="2991" y="4461"/>
                    <a:pt x="6464" y="2979"/>
                    <a:pt x="6464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0"/>
            <p:cNvSpPr/>
            <p:nvPr/>
          </p:nvSpPr>
          <p:spPr>
            <a:xfrm>
              <a:off x="2195525" y="3069425"/>
              <a:ext cx="166350" cy="198350"/>
            </a:xfrm>
            <a:custGeom>
              <a:rect b="b" l="l" r="r" t="t"/>
              <a:pathLst>
                <a:path extrusionOk="0" fill="none" h="7934" w="6654">
                  <a:moveTo>
                    <a:pt x="0" y="7934"/>
                  </a:moveTo>
                  <a:cubicBezTo>
                    <a:pt x="3473" y="5957"/>
                    <a:pt x="6653" y="3967"/>
                    <a:pt x="6653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1978200" y="3069425"/>
              <a:ext cx="74475" cy="37100"/>
            </a:xfrm>
            <a:custGeom>
              <a:rect b="b" l="l" r="r" t="t"/>
              <a:pathLst>
                <a:path extrusionOk="0" fill="none" h="1484" w="2979">
                  <a:moveTo>
                    <a:pt x="2978" y="1"/>
                  </a:moveTo>
                  <a:cubicBezTo>
                    <a:pt x="2978" y="837"/>
                    <a:pt x="2332" y="1483"/>
                    <a:pt x="1483" y="1483"/>
                  </a:cubicBezTo>
                  <a:cubicBezTo>
                    <a:pt x="646" y="1483"/>
                    <a:pt x="0" y="837"/>
                    <a:pt x="0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2120750" y="3416975"/>
              <a:ext cx="74800" cy="74475"/>
            </a:xfrm>
            <a:custGeom>
              <a:rect b="b" l="l" r="r" t="t"/>
              <a:pathLst>
                <a:path extrusionOk="0" fill="none" h="2979" w="2992">
                  <a:moveTo>
                    <a:pt x="1496" y="0"/>
                  </a:moveTo>
                  <a:cubicBezTo>
                    <a:pt x="2320" y="0"/>
                    <a:pt x="2991" y="659"/>
                    <a:pt x="2991" y="1483"/>
                  </a:cubicBezTo>
                  <a:cubicBezTo>
                    <a:pt x="2991" y="2307"/>
                    <a:pt x="2320" y="2978"/>
                    <a:pt x="1496" y="2978"/>
                  </a:cubicBezTo>
                  <a:cubicBezTo>
                    <a:pt x="672" y="2978"/>
                    <a:pt x="1" y="2307"/>
                    <a:pt x="1" y="1483"/>
                  </a:cubicBezTo>
                  <a:cubicBezTo>
                    <a:pt x="1" y="659"/>
                    <a:pt x="672" y="0"/>
                    <a:pt x="1496" y="0"/>
                  </a:cubicBezTo>
                  <a:close/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40"/>
          <p:cNvSpPr/>
          <p:nvPr>
            <p:ph idx="2" type="pic"/>
          </p:nvPr>
        </p:nvSpPr>
        <p:spPr>
          <a:xfrm>
            <a:off x="-1209275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default image 1">
  <p:cSld name="CUSTOM_27_1_1_1_3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1"/>
          <p:cNvSpPr txBox="1"/>
          <p:nvPr/>
        </p:nvSpPr>
        <p:spPr>
          <a:xfrm>
            <a:off x="540025" y="1080000"/>
            <a:ext cx="8064000" cy="29931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chemeClr val="dk2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Thank you!</a:t>
            </a:r>
            <a:endParaRPr sz="7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96" name="Google Shape;4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1913" y="363072"/>
            <a:ext cx="1803602" cy="53386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1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8" name="Google Shape;498;p41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devoteam.com</a:t>
            </a:r>
            <a:endParaRPr sz="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02" name="Google Shape;50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5" name="Google Shape;505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6" name="Google Shape;50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40000" y="1080000"/>
            <a:ext cx="8064000" cy="3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27">
          <p15:clr>
            <a:srgbClr val="E46962"/>
          </p15:clr>
        </p15:guide>
        <p15:guide id="2" pos="340">
          <p15:clr>
            <a:srgbClr val="E46962"/>
          </p15:clr>
        </p15:guide>
        <p15:guide id="3" pos="5420">
          <p15:clr>
            <a:srgbClr val="E46962"/>
          </p15:clr>
        </p15:guide>
        <p15:guide id="4" orient="horz" pos="567">
          <p15:clr>
            <a:srgbClr val="E46962"/>
          </p15:clr>
        </p15:guide>
        <p15:guide id="5" orient="horz" pos="3013">
          <p15:clr>
            <a:srgbClr val="E46962"/>
          </p15:clr>
        </p15:guide>
        <p15:guide id="6" orient="horz" pos="680">
          <p15:clr>
            <a:srgbClr val="E46962"/>
          </p15:clr>
        </p15:guide>
        <p15:guide id="7" orient="horz" pos="2864">
          <p15:clr>
            <a:srgbClr val="E46962"/>
          </p15:clr>
        </p15:guide>
        <p15:guide id="8" orient="horz" pos="79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C3C3A">
                  <a:alpha val="92000"/>
                </a:srgbClr>
              </a:gs>
              <a:gs pos="100000">
                <a:srgbClr val="3C3C3A">
                  <a:alpha val="800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9456" cy="51435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CC354"/>
                </a:solidFill>
                <a:latin typeface="Montserrat"/>
              </a:rPr>
              <a:t>TECHNICAL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8138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PROTON Customer Complaint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05456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8485E"/>
                </a:solidFill>
                <a:latin typeface="Montserrat"/>
              </a:rPr>
              <a:t>Self-managed, AI-native CRM on Google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CA2AE"/>
                </a:solidFill>
                <a:latin typeface="Montserrat"/>
              </a:rPr>
              <a:t>Prepared for  </a:t>
            </a:r>
            <a:r>
              <a:rPr sz="1500" b="1" i="0">
                <a:solidFill>
                  <a:srgbClr val="FFFFFF"/>
                </a:solidFill>
                <a:latin typeface="Montserrat"/>
              </a:rPr>
              <a:t>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Prepared by Devoteam  ·  built to your 5-channel complaint SOP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9352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EFEEEE"/>
                </a:solidFill>
                <a:latin typeface="Montserrat"/>
              </a:rPr>
              <a:t>July 2026   ·   Version 1.1   ·   Demonstrated live 28 July 2026   ·   Confidential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302252"/>
            <a:ext cx="1463040" cy="4321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26464"/>
            <a:ext cx="4892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8485E"/>
                </a:solidFill>
                <a:latin typeface="Montserrat"/>
              </a:rPr>
              <a:t>The situation.  </a:t>
            </a:r>
            <a:r>
              <a:rPr sz="1300" b="0" i="0">
                <a:solidFill>
                  <a:srgbClr val="3C3C3A"/>
                </a:solidFill>
                <a:latin typeface="Montserrat"/>
              </a:rPr>
              <a:t>PROTON's complaint operation runs today on Zendesk — a per-seat SaaS CRM. Cost scales with every agent and premium feature, and the data and AI behaviour live inside a vendor you don't control.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8485E"/>
                </a:solidFill>
                <a:latin typeface="Montserrat"/>
              </a:rPr>
              <a:t>The proposal.  </a:t>
            </a:r>
            <a:r>
              <a:rPr sz="1300" b="0" i="0">
                <a:solidFill>
                  <a:srgbClr val="3C3C3A"/>
                </a:solidFill>
                <a:latin typeface="Montserrat"/>
              </a:rPr>
              <a:t>Replace Zendesk with a self-managed CRM — Chatwoot Community plus a Google Gemini / Vertex AI layer on Google Cloud — built directly to your 5-channel complaint SOP. The platform was demonstrated live to your team on 28 July 2026: this is a migration and hardening engagement, not a greenfield build.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426464"/>
            <a:ext cx="2971800" cy="3291840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426464"/>
            <a:ext cx="2971800" cy="457200"/>
          </a:xfrm>
          <a:prstGeom prst="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49961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WHY NOW / WHY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48256"/>
            <a:ext cx="26517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Cost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no per-agent SaaS licensing; pay for infrastructure, not seats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Ownership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conversations, KB, AI prompts &amp; data inside PROTON's GCP tenancy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Proven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demonstrated live against your SOP on 28 Jul 2026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AI-native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Gemini answers in the customer's language, grounded on your FAQ/KB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What You Set Out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5331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8A8A88"/>
                </a:solidFill>
                <a:latin typeface="Montserrat"/>
              </a:rPr>
              <a:t>Your six goals for the Customer Complaint Management System — taken directly from your Business Requirement.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82296" cy="914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837944"/>
            <a:ext cx="402336" cy="402336"/>
          </a:xfrm>
          <a:prstGeom prst="round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8379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83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Unified Omni-Channel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048256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Call, Email, WhatsApp &amp; Social in one agent view, single customer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664208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664208"/>
            <a:ext cx="82296" cy="914400"/>
          </a:xfrm>
          <a:prstGeom prst="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64608" y="1837944"/>
            <a:ext cx="402336" cy="402336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18379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783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Smart Task Assignment &amp; Reminders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048256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Status-aware auto-assign by channel priority; sound / desktop / in-app reminders &amp; timeouts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79192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679192"/>
            <a:ext cx="82296" cy="914400"/>
          </a:xfrm>
          <a:prstGeom prst="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" y="2852928"/>
            <a:ext cx="402336" cy="402336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28529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27980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Built-in Intelligent FAQ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063240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Real-time editable KB; keyword-matched suggested replies; one-click reference &amp; quality scoring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679192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2679192"/>
            <a:ext cx="82296" cy="9144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64608" y="2852928"/>
            <a:ext cx="402336" cy="402336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8" y="28529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C3C3A"/>
                </a:solidFill>
                <a:latin typeface="Montserrat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27980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Automated Workflow &amp; 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063240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Rule-engine → PIC by category + SOP; email CC + WA alert; 8h auto-escalate / 48h alarm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94176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694176"/>
            <a:ext cx="82296" cy="914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4088" y="3867912"/>
            <a:ext cx="402336" cy="402336"/>
          </a:xfrm>
          <a:prstGeom prst="round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38679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38130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Real-Time Data &amp; Performance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078224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Dashboards for complaint trends, team performance, SLA &amp; CSAT; anomaly alerts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3694176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63440" y="3694176"/>
            <a:ext cx="82296" cy="914400"/>
          </a:xfrm>
          <a:prstGeom prst="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64608" y="3867912"/>
            <a:ext cx="402336" cy="402336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64608" y="38679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38130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Flexible &amp; Scalable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4078224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Grows to new channels, locations &amp; business units; multi-tenant by design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Requirements →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8A8A88"/>
                </a:solidFill>
                <a:latin typeface="Montserrat"/>
              </a:rPr>
              <a:t>Every requirement cluster from your BRD and Process-Flow workbook maps to a built capability.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64208"/>
          <a:ext cx="813816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/>
                <a:gridCol w="1920240"/>
                <a:gridCol w="58521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Requirement cluster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What you need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Omnichannel inbound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Call / Email / WhatsApp / Social in one view, single record, new-message alerts, call voice-to-text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Agent management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On-duty check, per-agent channel priorities, status-aware polling assignment, reminders &amp; timeouts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FAQ + AI support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Live-editable KB, keyword-matched suggested replies, one-click reference, FAQ quality scoring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Escalation &amp; SLA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Rule-engine → PIC by category/SOP, email CC + WA alert, WIP/Resolved, 8h/48h auto-escalation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Customer 360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DMS + TSP two-way, auto-identify by number, 4-section 360 card, sync &lt; 3 seconds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Reporting / BI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Channel &amp; division analytics, dept/PIC &amp; Call-Centre KPIs, NPS, CRR, anomaly alerts, Power BI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46227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Cross-cutting:  </a:t>
            </a:r>
            <a:r>
              <a:rPr sz="900" b="0" i="0">
                <a:solidFill>
                  <a:srgbClr val="3C3C3A"/>
                </a:solidFill>
                <a:latin typeface="Montserrat"/>
              </a:rPr>
              <a:t>reduce SaaS cost · own the data &amp; AI · honour the 5-channel SOP timers &amp; surveys exactly · multi-tenant.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Your 5-Channel SOP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5331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8A88"/>
                </a:solidFill>
                <a:latin typeface="Montserrat"/>
              </a:rPr>
              <a:t>Business hours: Mon–Fri 08:30–17:30 · Sat/Sun &amp; PH 09:00–17:00. Timers below are taken verbatim from your Process-Flow workbook.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64208"/>
          <a:ext cx="813816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1737360"/>
                <a:gridCol w="2880360"/>
                <a:gridCol w="22860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Channel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Entry / trigger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Key SLA &amp; timers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Resolution &amp; routing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WhatsApp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AI disclaimer;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same-language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Idle 10 min → warn; auto-close 10 / 15 min; agent ack ≤ 2 min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YES/NO + AI rating; unresolved → agent next business hour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Social (FB/IG)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Post → log ticket ID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Ack ≤ 2 working hours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Social = 1st priority when opted; next business hour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Email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e.mascentre@pronet.my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Auto-ack once per new thread; status ≤ 4 working hours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1 business-day response; Escalation Policy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IVR Call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1300-888-877;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female AI voice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Office-hour check; agent ≤ 20 sec; queue-busy prompt (EN + BM)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RSA 24h vs office-hours; escalate to team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SSI Survey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e.MAS app (day 11,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expires day 14)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Target &gt; 90%; response rate &gt; 45%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Ingest &amp; report only — lives in the e.MAS app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What to Expect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138160" cy="323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45720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Business Expectation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Technical Expectation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No per-agent / per-seat licence fees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Chatwoot Community (open-source), self-hosted on GCP — unlimited agents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Your data stays yours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All conversations, KB and AI prompts inside PROTON's GCP project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AI answers instantly, in their language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Gemini on Vertex AI, same-language replies, grounded on your FAQ/KB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Your SOP, not a generic product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Process flow as code: disclaimers, idle-close, YES/NO resolution, rating surveys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Faster complaint resolution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Auto-classification → PIC routing, SLA timers (2-min WA ack … 48h alarm)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Management visibility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BigQuery analytics + Looker / Power BI, scheduled PDF/Excel, anomaly alerts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Predictable, scalable cost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Managed GCP services; pay for compute/storage consumed, scale per tenant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Low delivery risk &amp; continuity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Majority already built &amp; demoed live; phased cutover, parallel-run first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754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EFEADC"/>
                </a:solidFill>
                <a:latin typeface="Montserrat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C3C3A"/>
                </a:solidFill>
                <a:latin typeface="Montserrat"/>
              </a:rPr>
              <a:t>What We've Built &amp; Demonstrated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0128"/>
            <a:ext cx="237744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1129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8A88"/>
                </a:solidFill>
                <a:latin typeface="Montserrat"/>
              </a:rPr>
              <a:t>Shown live to your team · 28 July 2026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Demonstrated Live — Working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813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AGENT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40233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Unified inbox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one agent view across channels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AI suggest-reply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drafted from your knowledge base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Summarize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conversation → private note for the agent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Ask Copilot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grounded on internal / customer data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FAQ assist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keyword-matched replies, one click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4813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RECORDS &amp;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28800"/>
            <a:ext cx="39319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Contact panel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info, history, edit &amp; merge contacts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Conversation history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prior chats per customer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Native reports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overview, open conversations, agent status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SLA metrics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avg resolution ~6m30s, per-channel volume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Auto-labels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AI classifies inquiry / complaint /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31596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All shown live on your PROTON tenant — across WhatsApp, Website, API and Voice.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AI &amp; Knowledge — Under Your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813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AI IN THE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40233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Suggest reply &amp; FAQ assist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KB-grounded, same knowledge base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Summarize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long threads into an agent private note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Ask Copilot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grounded on your internal data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Auto-classify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inquiry / complaint / feedback labels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Same-language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answers in the customer's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4813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KNOWLEDGE &amp;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28800"/>
            <a:ext cx="39319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Knowledge base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manual FAQ + website ingest → Vertex AI Search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Playground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test answers before they go live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Custom tools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call your DMS / internal APIs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Persona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per-assistant instruction, temperature, guardrails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Model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Gemini 2.5 Flash, configurable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31596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Operators own the FAQ, the AI prompts and the guardrails — no black box, no vendor lock-in.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Omnichannel — Live Channel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8138160" cy="2871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2651760"/>
                <a:gridCol w="30175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Channel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Integration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Status (as demonstrated 28 Jul)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WhatsApp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Twilio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demonstrated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Website widget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Native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demonstrated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API (backend-to-backend)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PROTON API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demonstrated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Voice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Twilio conversational AI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real call demonstrated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Email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IMAP / SMTP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◐ Pending — PROTON domain + credentials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Social (FB / IG)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Meta Business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◐ Pending — Meta business verification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Telegram / Line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Native connectors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○ Available on request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608576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8A88"/>
                </a:solidFill>
                <a:latin typeface="Montserrat"/>
              </a:rPr>
              <a:t>Multimodal on WhatsApp (voice note / image / video) unlocks once Meta business verification is complete.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Conversational Voice AI (Twilio)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27632"/>
            <a:ext cx="1828800" cy="749808"/>
          </a:xfrm>
          <a:prstGeom prst="round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Call 1300-888-877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female AI voice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989836"/>
            <a:ext cx="109728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2441448" y="194767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51176" y="1627632"/>
            <a:ext cx="1828800" cy="749808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LLM understands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C3C3A"/>
                </a:solidFill>
                <a:latin typeface="Montserrat"/>
              </a:rPr>
              <a:t>no press-1 / press-2 menu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1989836"/>
            <a:ext cx="109728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4489704" y="194767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99432" y="1627632"/>
            <a:ext cx="1828800" cy="749808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KB-grounded answer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X70 specs · AEB/FCW/ACC/LKA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28232" y="1989836"/>
            <a:ext cx="109728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6537960" y="194767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47688" y="1627632"/>
            <a:ext cx="1828800" cy="74980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CSAT rating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rate 1–5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834640"/>
            <a:ext cx="2743200" cy="640080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2889504"/>
            <a:ext cx="263347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Escalate to human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orchestrator — agent-B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3141980"/>
            <a:ext cx="43891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3685032" y="309981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86200" y="2834640"/>
            <a:ext cx="1417320" cy="64008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41064" y="2871216"/>
            <a:ext cx="1307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Sales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2834640"/>
            <a:ext cx="1417320" cy="64008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86984" y="2871216"/>
            <a:ext cx="1307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Repair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2834640"/>
            <a:ext cx="1417320" cy="64008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2904" y="2871216"/>
            <a:ext cx="1307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RSA — 24h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767328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How it works.  </a:t>
            </a:r>
            <a:r>
              <a:rPr sz="1100" b="0" i="0">
                <a:solidFill>
                  <a:srgbClr val="3C3C3A"/>
                </a:solidFill>
                <a:latin typeface="Montserrat"/>
              </a:rPr>
              <a:t>The LLM understands intent directly, so callers skip the IVR menu. AI answers vehicle questions 24/7; live-agent handoff routes by context to Sales, Repair or 24h Roadside Assistance, with business-hour rules.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Decision to confirm:  </a:t>
            </a:r>
            <a:r>
              <a:rPr sz="900" b="0" i="1">
                <a:solidFill>
                  <a:srgbClr val="8A8A88"/>
                </a:solidFill>
                <a:latin typeface="Montserrat"/>
              </a:rPr>
              <a:t>conversational LLM-native voice vs. Twilio IVR (press-1 / press-2) for production.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Lifecycle &amp; SLA — Built to Your SOP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813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630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1. Disclaimer &amp; same-language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AI greets, answers in the customer's language, grounded on your FAQ.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20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2. Idle handling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10-min inactivity warning ("chat closes in 5 min"); auto-close after 10 / 15 min.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957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774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3. Resolution gate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"Is your case resolved? YES / NO" + AI-performance rating survey.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529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8346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4. Escalate to agent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Unresolved → active agent by priority (WA → Call → Email → Social); ack ≤ 2 min.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101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2918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5. Categorize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AI assigns case category / division from your predefined list on close.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673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7490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6. PIC escalation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Rule-engine → PIC by category + SOP; CC email (+ optional WhatsApp alert).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245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206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7. Time-based alarms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8h auto-escalate to higher level; 48h unresolved alarm; WIP/Resolved recorded (agent · time · remarks).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754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FDDADE"/>
                </a:solidFill>
                <a:latin typeface="Montserrat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3C3C3A"/>
                </a:solidFill>
                <a:latin typeface="Montserrat"/>
              </a:rPr>
              <a:t>Target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0128"/>
            <a:ext cx="237744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1129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8A88"/>
                </a:solidFill>
                <a:latin typeface="Montserrat"/>
              </a:rPr>
              <a:t>Zendesk (SaaS)  →  self-managed on Google Cloud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Current State vs. Target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572768"/>
            <a:ext cx="3246120" cy="278892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3246120" cy="402336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3246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TODAY — ZENDESK (SaaS)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21408"/>
            <a:ext cx="284378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Per-agent subscription; SLA / roles / AI behind paid tiers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Data &amp; AI behaviour hosted by the vendor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FAQ / Guide inside Zendesk — limited AI-grounding control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DMS/TSP &amp; telephony bolted onto a closed platform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7639" y="2615184"/>
            <a:ext cx="640080" cy="713232"/>
          </a:xfrm>
          <a:prstGeom prst="rightArrow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2860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8485E"/>
                </a:solidFill>
                <a:latin typeface="Montserrat"/>
              </a:rPr>
              <a:t>MIGRATE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572768"/>
            <a:ext cx="3749039" cy="2788920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1572768"/>
            <a:ext cx="3749039" cy="402336"/>
          </a:xfrm>
          <a:prstGeom prst="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627632"/>
            <a:ext cx="37490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TARGET — SELF-MANAGED ON GCP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2121408"/>
            <a:ext cx="3346703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✓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Open-source Chatwoot core — no seat licences; SLA / roles / AI built, not rented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✓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Runs inside PROTON's GCP project — full data residency &amp; control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✓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KB + AI prompts owned and edited by PROTON operators (no-code)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✓  </a:t>
            </a:r>
            <a:r>
              <a:rPr sz="1050" b="0">
                <a:solidFill>
                  <a:srgbClr val="3C3C3A"/>
                </a:solidFill>
                <a:latin typeface="Montserrat"/>
              </a:rPr>
              <a:t>Native first-party integration surfaces for DMS/TSP, telephony &amp;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Same capabilities — moved onto foundations PROTON owns and controls, at infrastructure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GCP Production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81328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A8A88"/>
                </a:solidFill>
                <a:latin typeface="Montserrat"/>
              </a:rPr>
              <a:t>Internet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463040"/>
            <a:ext cx="1508760" cy="457200"/>
          </a:xfrm>
          <a:prstGeom prst="round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72184" y="1517904"/>
            <a:ext cx="13990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Cloud LB + Caddy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TLS · routing · per-tenant 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8448" y="1678940"/>
            <a:ext cx="9144" cy="2540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1307592" y="1636776"/>
            <a:ext cx="109728" cy="109728"/>
          </a:xfrm>
          <a:prstGeom prst="triangle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03120"/>
            <a:ext cx="8138160" cy="859536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121408"/>
            <a:ext cx="4754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5AB891"/>
                </a:solidFill>
                <a:latin typeface="Montserrat"/>
              </a:rPr>
              <a:t>APPLICATION — GKE Standard  (containerized · node-pool control · multi-tenant)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295144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Chatwoot  (GKE)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Rails + Sidekiq · CRM / live-chat 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230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9184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6704" y="2295144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agent  (GKE)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Webhook sync · AI orchestration · SLA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834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9788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52744" y="2295144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backend  (GKE)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Gemini agent · KB · routing · 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2438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163824"/>
            <a:ext cx="8138160" cy="896112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182112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4A8CCA"/>
                </a:solidFill>
                <a:latin typeface="Montserrat"/>
              </a:rPr>
              <a:t>AI · DATA · STATE  (managed GCP services)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291840"/>
            <a:ext cx="1938528" cy="603504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Vertex AI — Gemini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drafts · classify · same-language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24328" y="3291840"/>
            <a:ext cx="1938528" cy="603504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791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Vertex Search + pgvector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KB grounding — no black box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81728" y="3291840"/>
            <a:ext cx="1938528" cy="603504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Cloud SQL (Postgres)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Chatwoot DB + per-tenant KB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8" y="3291840"/>
            <a:ext cx="1938528" cy="603504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Memorystore · Storage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Redis queues · attachments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22452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3C3C3A"/>
                </a:solidFill>
                <a:latin typeface="Montserrat"/>
              </a:rPr>
              <a:t>Secret Manager  ·  BigQuery → Looker Studio / Power BI  ·  Cloud Monitoring &amp; Logging  ·  Automated backups  ·  Multi-tenant isolation (per-tenant namespaces + node pools · isolated DBs)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Data Migration — Zendesk →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91640"/>
            <a:ext cx="1737360" cy="731520"/>
          </a:xfrm>
          <a:prstGeom prst="round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Zendesk API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FFFFFF"/>
                </a:solidFill>
                <a:latin typeface="Montserrat"/>
              </a:rPr>
              <a:t>export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2423160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32888" y="1691640"/>
            <a:ext cx="1737360" cy="731520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2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3C3C3A"/>
                </a:solidFill>
                <a:latin typeface="Montserrat"/>
              </a:rPr>
              <a:t>Transform &amp;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3C3C3A"/>
                </a:solidFill>
                <a:latin typeface="Montserrat"/>
              </a:rPr>
              <a:t>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4453128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62856" y="1691640"/>
            <a:ext cx="1737360" cy="731520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Bulk import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FFFFFF"/>
                </a:solidFill>
                <a:latin typeface="Montserrat"/>
              </a:rPr>
              <a:t>Chatwoot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216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6483096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92824" y="1691640"/>
            <a:ext cx="1737360" cy="73152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KB ingest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FFFFFF"/>
                </a:solidFill>
                <a:latin typeface="Montserrat"/>
              </a:rPr>
              <a:t>Vertex + pgvector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7889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WHAT WE MIGRATE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154680"/>
            <a:ext cx="40233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Tickets / conversations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→ Chatwoot conversations (status &amp; labels)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Contacts / customers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→ Chatwoot contacts (phone/email, custom fields)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Knowledge / Guide (FAQ)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→ PROTON-owned KB (Vertex Search + pgvector)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Attachments → Storage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· reporting history → BigQuery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78892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HOW — DE-RISKED, NO BIG-BANG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154680"/>
            <a:ext cx="3931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Export → transform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→ bulk import via Chatwoot API + KB ingest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Parallel run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platform live alongside Zendesk during validation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Cutover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switch channel endpoints once data fidelity validated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Decommission </a:t>
            </a:r>
            <a:r>
              <a:rPr sz="1050" b="0">
                <a:solidFill>
                  <a:srgbClr val="3C3C3A"/>
                </a:solidFill>
                <a:latin typeface="Montserrat"/>
              </a:rPr>
              <a:t>Zendesk after sign-off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754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DAE8F4"/>
                </a:solidFill>
                <a:latin typeface="Montserrat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3C3C3A"/>
                </a:solidFill>
                <a:latin typeface="Montserrat"/>
              </a:rPr>
              <a:t>Your Feedback → What We Build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0128"/>
            <a:ext cx="237744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1129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8A88"/>
                </a:solidFill>
                <a:latin typeface="Montserrat"/>
              </a:rPr>
              <a:t>Priorities captured in the 28 July session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Gap-Closure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138159" cy="3346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1600200"/>
                <a:gridCol w="4160520"/>
                <a:gridCol w="1874519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Pri.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Item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What you asked for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Dependency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Email escalation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Auto-ack once per thread + forward internal case as a separate conversation (no CC/BCC), SOP-driven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PROTON email domain + IMAP/SMTP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Customer 360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Single customer ID (name / vehicle / phone); group all conversations; 4-section card &lt; 3s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DMS + TSP API access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Case management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Per-ticket support dashboard + agent "my cases" view; hierarchical categories (main + sub)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Reporting &amp; BI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Customization + Power BI (BigQuery embed); role-based visibility (admin/leader vs agent)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PROTON report examples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Agent status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Auto-busy on call; round-robin skips busy; configurable concurrent-ticket limits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Telephony events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Multimodal + language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WhatsApp voice-note / image / video; always answer in customer's language; bulk FAQ/PDF upload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Meta verification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Email Escalation — Your Priority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103120" cy="658368"/>
          </a:xfrm>
          <a:prstGeom prst="round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609344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Customer email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to e.mascentre@pronet.my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870964"/>
            <a:ext cx="25603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2862072" y="1828800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71800" y="1554480"/>
            <a:ext cx="2103120" cy="658368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1609344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CRM inbox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IMAP / SMTP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870964"/>
            <a:ext cx="43891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5513832" y="1828800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23560" y="1481328"/>
            <a:ext cx="3017520" cy="822960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78424" y="1536192"/>
            <a:ext cx="29077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</a:rPr>
              <a:t>Auto-ack to customer — ONCE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new thread only · not on replies / agent sends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10660" y="2212848"/>
            <a:ext cx="25400" cy="237744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68780" y="2437892"/>
            <a:ext cx="23545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56080" y="2450592"/>
            <a:ext cx="25400" cy="13716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1613916" y="264261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2697480"/>
            <a:ext cx="2331720" cy="713232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2752344"/>
            <a:ext cx="22219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Agent creates case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classify by category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041396"/>
            <a:ext cx="25603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90672" y="299923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00400" y="2697480"/>
            <a:ext cx="2331720" cy="713232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5264" y="2752344"/>
            <a:ext cx="22219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PIC by category + SOP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C3C3A"/>
                </a:solidFill>
                <a:latin typeface="Montserrat"/>
              </a:rPr>
              <a:t>Escalation Policy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3041396"/>
            <a:ext cx="25603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5788152" y="299923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97880" y="2697480"/>
            <a:ext cx="2743200" cy="713232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52744" y="2752344"/>
            <a:ext cx="26334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Forward internal / dealer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SEPARATE conversation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03320"/>
            <a:ext cx="8138160" cy="932688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785615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BUILT TO YOUR SOP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078224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3C3C3A"/>
                </a:solidFill>
                <a:latin typeface="Montserrat"/>
              </a:rPr>
              <a:t>—  </a:t>
            </a:r>
            <a:r>
              <a:rPr sz="950" b="1">
                <a:solidFill>
                  <a:srgbClr val="3C3C3A"/>
                </a:solidFill>
                <a:latin typeface="Montserrat"/>
              </a:rPr>
              <a:t>Two separate emails — </a:t>
            </a:r>
            <a:r>
              <a:rPr sz="950" b="0">
                <a:solidFill>
                  <a:srgbClr val="3C3C3A"/>
                </a:solidFill>
                <a:latin typeface="Montserrat"/>
              </a:rPr>
              <a:t>customer acknowledgement and internal case; no CC / BCC / thread trailing.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3C3C3A"/>
                </a:solidFill>
                <a:latin typeface="Montserrat"/>
              </a:rPr>
              <a:t>—  </a:t>
            </a:r>
            <a:r>
              <a:rPr sz="950" b="1">
                <a:solidFill>
                  <a:srgbClr val="3C3C3A"/>
                </a:solidFill>
                <a:latin typeface="Montserrat"/>
              </a:rPr>
              <a:t>Status ≤ 4 working hours </a:t>
            </a:r>
            <a:r>
              <a:rPr sz="950" b="0">
                <a:solidFill>
                  <a:srgbClr val="3C3C3A"/>
                </a:solidFill>
                <a:latin typeface="Montserrat"/>
              </a:rPr>
              <a:t>· WIP/Resolved · 8h auto-escalate / 48h alarm · PROTON supplies email service + subdomain + credentials.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Customer 360 &amp; Case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81328"/>
            <a:ext cx="3977639" cy="3200400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A8CCA"/>
                </a:solidFill>
                <a:latin typeface="Montserrat"/>
              </a:rPr>
              <a:t>CUSTOMER 360 VIEW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36118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Auto-pop </a:t>
            </a:r>
            <a:r>
              <a:rPr sz="1050" b="0">
                <a:solidFill>
                  <a:srgbClr val="3C3C3A"/>
                </a:solidFill>
                <a:latin typeface="Montserrat"/>
              </a:rPr>
              <a:t>on call / WA by caller or WA number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Personal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name, gender, contact, address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Vehicle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VRN, VIN, model, dealer, purchase date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Service history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recent service, dealer, open RO status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Call-centre history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Call / WA / email / social / RSA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DMS + TSP </a:t>
            </a:r>
            <a:r>
              <a:rPr sz="1050" b="0">
                <a:solidFill>
                  <a:srgbClr val="3C3C3A"/>
                </a:solidFill>
                <a:latin typeface="Montserrat"/>
              </a:rPr>
              <a:t>two-way · sync &lt; 3s, async loading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81328"/>
            <a:ext cx="3977639" cy="3200400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5727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CASE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38528"/>
            <a:ext cx="36118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Single customer ID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(CIF-style) groups all conversations by name / vehicle / phone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Hierarchical categories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main + dependent subcategory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Priority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high / medium / low, assign agent or team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Per-ticket dashboard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caller, number, status at a glance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My cases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agent follow-up view of open tickets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States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WIP / Resolved / Temporary-Closed / 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Reporting &amp; Business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630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REPORTS YOU ASKED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4114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Channel source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Call / WA / Email / Social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Case division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Apps / Sales / Aftersales / Charging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Dept &amp; PIC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first-response, resolution, CRR ranking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Call-Centre KPI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SLA achievement, tasks/agent, closure time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NPS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customer rates agent on Call &amp; WA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Case lifecycle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Higher-escalation / WIP / Temp-Closed / Closed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Trends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daily / weekly / monthly, peak-hour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81328"/>
            <a:ext cx="3931920" cy="278892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5910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B891"/>
                </a:solidFill>
                <a:latin typeface="Montserrat"/>
              </a:rPr>
              <a:t>HOW WE DELIVER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956816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Native reports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in the CRM today (overview, agent status, SLA)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BigQuery warehouse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→ Power BI / Looker (connect or embed)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Scheduled exports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PDF / Excel auto-sent to management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Anomaly dashboard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real-time channel-spike alerts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Role-based views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admin / leader vs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Next:  </a:t>
            </a:r>
            <a:r>
              <a:rPr sz="900" b="0" i="1">
                <a:solidFill>
                  <a:srgbClr val="8A8A88"/>
                </a:solidFill>
                <a:latin typeface="Montserrat"/>
              </a:rPr>
              <a:t>PROTON to share report / visualization examples so we can tailor the dashboards.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754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DDEFE7"/>
                </a:solidFill>
                <a:latin typeface="Montserrat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SECTION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3C3C3A"/>
                </a:solidFill>
                <a:latin typeface="Montserrat"/>
              </a:rPr>
              <a:t>Delivery &amp; Commercials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0128"/>
            <a:ext cx="237744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1129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8A88"/>
                </a:solidFill>
                <a:latin typeface="Montserrat"/>
              </a:rPr>
              <a:t>Timeline · Scope · Deliverables · Engagement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Project Timeline — ~12–16 Weeks, Phased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8138160" cy="2999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640080"/>
                <a:gridCol w="2606040"/>
                <a:gridCol w="329184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Phase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Weeks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Focus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Key outcomes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P0 — Discovery &amp;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GCP foundation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1–2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Access, data contracts, GCP project / landing zone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GCP org/project, network, Secret Manager, CI; Zendesk export sample validated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P1 — Core platform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cutover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3–7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Stand up production stack; migrate data; wire channels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Chatwoot + agent + backend on GKE + Cloud SQL; WA/Web/API live; KB migrated; AI + SOP flows live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P2 — Gap closure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6–12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The 28-Jul priorities (parallel with P1 tail)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Email escalation; Customer 360 + DMS/TSP; per-ticket dashboard + hierarchical categories; Reporting/Power BI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P3 — Hardening,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parallel-run &amp; handover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12–16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HA, monitoring, UAT, cutover, decommission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Autoscaling/HA, backups, dashboards; UAT sign-off; Zendesk decommissioned; runbook + training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8A88"/>
                </a:solidFill>
                <a:latin typeface="Montserrat"/>
              </a:rPr>
              <a:t>P0/P1 largely assemble already-built components; the real engineering is P2's external-dependency items (email, DMS/TSP, telephony).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Scope of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17320"/>
            <a:ext cx="4069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GCP landing zone: project, networking, IAM, Secret Manager, CI/CD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Deploy production Chatwoot + agent + backend on GKE Standard + Cloud SQL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Omnichannel: WhatsApp, Email, Social (FB/IG), Web, Voice (conversational)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AI layer: Gemini reply drafting, same-language, KB grounding, auto-classification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Knowledge base: migration + no-code authoring; bulk FAQ / PDF ingest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Agent management: presence, channel-priority routing, auto-busy, My-Tasks timers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417320"/>
            <a:ext cx="39319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Escalation &amp; SLA: category→PIC, email CC + WA alert, 8h/48h, WIP/Resolved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Email escalation: auto-ack + separate internal case per Escalation Policy SOP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Lifecycle/SOP: disclaimers, idle-close, YES/NO gate, rating surveys, auto-ack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Customer 360: DMS + TSP two-way + 4-section 360 card (subject to API access)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Case mgmt: hierarchical categories, per-ticket dashboard, RBAC roles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Reporting/BI: BigQuery + Power BI, scheduled exports, anomaly alerts, NPS/CRR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Data migration from Zendesk + Ops: monitoring, backups, multi-tenant,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Assumptions:  </a:t>
            </a:r>
            <a:r>
              <a:rPr sz="900" b="0" i="0">
                <a:solidFill>
                  <a:srgbClr val="3C3C3A"/>
                </a:solidFill>
                <a:latin typeface="Montserrat"/>
              </a:rPr>
              <a:t>PROTON provides GCP billing/org access, DMS/TSP API + data contracts, email domain, Zendesk export, and a telephony/CTI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Out of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554480"/>
            <a:ext cx="40690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Telephony/PSTN carrier procurement — we integrate the CTI/provider; the phone-line contract &amp; number provisioning is PROTON's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DMS / TSP source-system changes — we consume their APIs; internal changes are the owners' responsibility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SSI dealer-satisfaction survey workflow — lives in the e.MAS app; the platform ingests &amp; reports SSI, but does not host that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9319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Power BI licences — we connect to BigQuery; Microsoft licensing is PROTON's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Meta business verification — required to unlock Social &amp; WhatsApp multimodal; owned by PROTON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Ongoing FAQ/KB content authoring after handover — enabled via no-code tools, owned by PROTON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Non-CRM business applications, custom hardware, and third-party SaaS beyond the GCP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138160" cy="3355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53035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Deliverable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Description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Production GCP environment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Fully provisioned, IaC-described GCP project running the platform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Migrated CRM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Chatwoot with imported Zendesk tickets, contacts, KB, attachments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AI automation layer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Gemini reply, classification, KB-grounded answers, SOP flows — live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Email escalation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SOP-driven auto-ack + separate internal case forwarding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Customer 360 integration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DMS/TSP two-way sync + 4-section 360 card (pending API access)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Case management &amp; RBAC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Hierarchical categories, per-ticket dashboard, roles &amp; permissions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Reporting suite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BigQuery + Power BI dashboards, scheduled exports, anomaly alerts, NPS/CRR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Data-migration report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Record counts, fidelity validation, parallel-run results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Operations runbook &amp; training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Deploy, backup/restore, monitoring, tenant provisioning; admin &amp; agent training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UAT sign-off &amp; cutover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Validated go-live and Zendesk decommission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Effort Estimate — Mandays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71600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8A88"/>
                </a:solidFill>
                <a:latin typeface="Montserrat"/>
              </a:rPr>
              <a:t>Indicative effort for the ~16-week migration + hardening + gap-closure engagement — detail in the commercial proposal.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72768"/>
          <a:ext cx="8138160" cy="2889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0640"/>
                <a:gridCol w="1920240"/>
                <a:gridCol w="1097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Workstream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Key roles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MD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Project management &amp; governance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Discovery, design &amp; GCP landing zone (GKE Standard)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SA · DevOps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18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Platform deploy, CI/CD &amp; data migration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DevOps · BE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Omnichannel integration (WA / Web / Email / Social / Voice)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BE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24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AI layer, KB &amp; lifecycle / SOP automation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BE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Email escalation + Customer 360 + DMS / TSP (P1)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BE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34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Case management, RBAC &amp; agent management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BE · FE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Reporting &amp; BI (BigQuery + Power BI)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BI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Frontend / Chatwoot fork customization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FE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QA, UAT, hardening, HA, runbook &amp; training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QA · DevOps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36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Total — indicative delivery effort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252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572000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8485E"/>
                </a:solidFill>
                <a:latin typeface="Montserrat"/>
              </a:rPr>
              <a:t>Team:  </a:t>
            </a:r>
            <a:r>
              <a:rPr sz="850" b="0" i="0">
                <a:solidFill>
                  <a:srgbClr val="3C3C3A"/>
                </a:solidFill>
                <a:latin typeface="Montserrat"/>
              </a:rPr>
              <a:t>PM · Solution Architect / Tech Lead · Backend/AI · Frontend · Data/BI · QA (blended) — cost = mandays × blended day-rate, in the commercial proposal.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GCP Pricing &amp;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53312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8A88"/>
                </a:solidFill>
                <a:latin typeface="Montserrat"/>
              </a:rPr>
              <a:t>One production tenant · region asia-southeast1 (Singapore) — nearest full-service region; the Malaysia (KL) region is not yet GA.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09344"/>
          <a:ext cx="8138160" cy="2606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566160"/>
                <a:gridCol w="13716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Service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Specification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USD / mo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GKE Standard — cluster fee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Regional cluster ($0.10/hr)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73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GKE Standard — nodes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 × e2-standard-4 (4 vCPU / 16 GB)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362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Cloud SQL — PostgreSQL (HA)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 vCPU / 8 GB · 100 GB SSD · regional HA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Memorystore — Redis (HA)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Standard tier · 4 GB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181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Vertex AI (Gemini 2.5 Flash + Search)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usage · ~5k conversations / queries mo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Cloud Storage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100 GB standard + egress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Networking (Load Balancer + egress)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 forwarding rule + ~100 GB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Cloud Logging + Monitoring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~100 GB ingest / mo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25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Secret Mgr · Artifact Reg · Build · BigQuery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combined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Total — indicative, on-demand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one production tenant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1,049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334256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1-year committed-use discount </a:t>
            </a:r>
            <a:r>
              <a:rPr sz="900" b="0" i="0">
                <a:solidFill>
                  <a:srgbClr val="3C3C3A"/>
                </a:solidFill>
                <a:latin typeface="Montserrat"/>
              </a:rPr>
              <a:t>lowers compute to ~$233/mo → total ≈ $920/mo · multi-tenant scales node-pool + Cloud SQL per tenant.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8A8A88"/>
                </a:solidFill>
                <a:latin typeface="Montserrat"/>
              </a:rPr>
              <a:t>Indicative GCP list price (Jul 2026); excludes negotiated discounts, taxes &amp; Google program funding · AI lines usage-based.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Engagement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630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41148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One tailored proposal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Devoteam compiles &amp; tailors all your requirements (target: next week)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Parallel Google track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Caroline opens the solution discussion with Google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You share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report / visualization examples + the Escalation Policy SOP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You confirm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proposal meets expectations, then we schedule kick-off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81328"/>
            <a:ext cx="3931920" cy="1600200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59105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GOOGLE PROGRAM FUNDING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956816"/>
            <a:ext cx="3566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Offsets cost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pursue Google funding to cover development / deployment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Leverages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your Google Cloud relationship — presented in parallel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3182112"/>
            <a:ext cx="3931920" cy="1280160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32918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KNOWN DELTAS BEING CLOSED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657600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Email · Voice-note · Image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the three items still to complete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Everything else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aligns to your expectations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51435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443984"/>
            <a:ext cx="9144000" cy="9144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Why This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Proven live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demonstrated against your SOP on 28 Jul 2026: migration + hardening, not invention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Open + owned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no per-seat lock-in; PROTON controls the data, the AI, and the roadmap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AI-native on Google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Gemini + Vertex AI, grounded on your knowledge; measurable deflection &amp; faster resolution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Cost-down, capability-up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managed infrastructure you scale on your terms, with Google funding in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CA2AE"/>
                </a:solidFill>
                <a:latin typeface="Montserrat"/>
              </a:rPr>
              <a:t>Cost  ·  Ownership  ·  Speed  ·  Proven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320540"/>
            <a:ext cx="1371600" cy="405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voteam - AI-driven tech consulting">
  <a:themeElements>
    <a:clrScheme name="Simple Light">
      <a:dk1>
        <a:srgbClr val="3C3C3A"/>
      </a:dk1>
      <a:lt1>
        <a:srgbClr val="FFFFFF"/>
      </a:lt1>
      <a:dk2>
        <a:srgbClr val="3C3C3A"/>
      </a:dk2>
      <a:lt2>
        <a:srgbClr val="F8485E"/>
      </a:lt2>
      <a:accent1>
        <a:srgbClr val="F8485E"/>
      </a:accent1>
      <a:accent2>
        <a:srgbClr val="FCA2AE"/>
      </a:accent2>
      <a:accent3>
        <a:srgbClr val="FDDADE"/>
      </a:accent3>
      <a:accent4>
        <a:srgbClr val="D7EBE7"/>
      </a:accent4>
      <a:accent5>
        <a:srgbClr val="EFEADC"/>
      </a:accent5>
      <a:accent6>
        <a:srgbClr val="EFEEEE"/>
      </a:accent6>
      <a:hlink>
        <a:srgbClr val="F84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