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F2328"/>
                </a:solidFill>
                <a:latin typeface="Helvetica Neue"/>
              </a:rPr>
              <a:t>Proton Conversational AI</a:t>
            </a:r>
          </a:p>
          <a:p>
            <a:r>
              <a:rPr sz="2200" b="0" i="0">
                <a:solidFill>
                  <a:srgbClr val="5F6368"/>
                </a:solidFill>
                <a:latin typeface="Helvetica Neue"/>
              </a:rPr>
              <a:t>Running on Cloud Run — deployment &amp; channel integration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1F2328"/>
                </a:solidFill>
                <a:latin typeface="Helvetica Neue"/>
              </a:rPr>
              <a:t>Part A · Executive summary (slides 2–6)</a:t>
            </a:r>
          </a:p>
          <a:p>
            <a:r>
              <a:rPr sz="1500" b="0" i="0">
                <a:solidFill>
                  <a:srgbClr val="1F2328"/>
                </a:solidFill>
                <a:latin typeface="Helvetica Neue"/>
              </a:rPr>
              <a:t>Part B · Engineer runbook: Cloud Run, Twilio, Zendesk, Metrics (slides 7–33)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F6368"/>
                </a:solidFill>
                <a:latin typeface="Helvetica Neue"/>
              </a:rPr>
              <a:t>July 2026 · repo: github.com/Yudaadi-devo/proton-conversational-ai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PART A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One AI agent, five customer channels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Browser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Web chat + web voice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Vue SPA on Cloud Run — text chat with KB answers, product carousel; tap-to-talk voice with Gemini TTS replies.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Twilio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WhatsApp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Customers message the business number; the AI replies on WhatsApp via Twilio.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Twilio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Phone (voice calls)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Real PSTN calls: Twilio Media Streams bridged to Gemini Live for real-time speech-to-speech.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Zendesk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Email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Inbound support emails answered by the AI through Zendesk-native email.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Common core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In every channel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Gemini (Google ADK) answers from the product knowledge base; every conversation is mirrored to Zendesk tickets; the AI detects when a human is needed and hands off, with CSAT on handback; bot metrics stream to BigQuery.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PART A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Browser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chat + voice (SPA)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017520" y="2057400"/>
            <a:ext cx="1280160" cy="45720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2624328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WhatsApp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via Twilio sandbox/sender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990088"/>
            <a:ext cx="1280160" cy="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48640" y="3557016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Phone (PSTN)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Twilio Media Streams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017520" y="3703320"/>
            <a:ext cx="1280160" cy="219456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4489704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solidFill>
              <a:srgbClr val="0B5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Email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Zendesk-native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017520" y="3703320"/>
            <a:ext cx="1280160" cy="1152144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80" y="2331720"/>
            <a:ext cx="3200400" cy="1554480"/>
          </a:xfrm>
          <a:prstGeom prst="roundRect">
            <a:avLst>
              <a:gd name="adj" fmla="val 10000"/>
            </a:avLst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400" b="1" i="0">
                <a:solidFill>
                  <a:srgbClr val="FFFFFF"/>
                </a:solidFill>
                <a:latin typeface="Helvetica Neue"/>
              </a:rPr>
              <a:t>Cloud Run · proton-backend</a:t>
            </a:r>
          </a:p>
          <a:p>
            <a:pPr algn="ctr"/>
            <a:r>
              <a:rPr sz="1150" b="0" i="0">
                <a:solidFill>
                  <a:srgbClr val="FFFFFF"/>
                </a:solidFill>
                <a:latin typeface="Helvetica Neue"/>
              </a:rPr>
              <a:t>FastAPI + Google ADK · webhooks · wss 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4617720"/>
            <a:ext cx="3200400" cy="822960"/>
          </a:xfrm>
          <a:prstGeom prst="roundRect">
            <a:avLst>
              <a:gd name="adj" fmla="val 10000"/>
            </a:avLst>
          </a:prstGeom>
          <a:solidFill>
            <a:srgbClr val="E0F2EF"/>
          </a:solidFill>
          <a:ln>
            <a:solidFill>
              <a:srgbClr val="0F7B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Cloud Run · proton-frontend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Vue SPA served by nginx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5897880" y="3886200"/>
            <a:ext cx="0" cy="73152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52560" y="169164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Gemini (Vertex AI)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chat, TTS, Live audio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7498079" y="2057400"/>
            <a:ext cx="1554481" cy="45720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60" y="2624328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Vertex AI Search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product knowledge base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79" y="2990088"/>
            <a:ext cx="1554481" cy="0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3557016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Zendesk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tickets · handoff · email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79" y="3703320"/>
            <a:ext cx="1554481" cy="219456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052560" y="4489704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250" b="1" i="0">
                <a:solidFill>
                  <a:srgbClr val="1F2328"/>
                </a:solidFill>
                <a:latin typeface="Helvetica Neue"/>
              </a:rPr>
              <a:t>BigQuery</a:t>
            </a:r>
          </a:p>
          <a:p>
            <a:pPr algn="ctr"/>
            <a:r>
              <a:rPr sz="1000" b="0" i="0">
                <a:solidFill>
                  <a:srgbClr val="1F2328"/>
                </a:solidFill>
                <a:latin typeface="Helvetica Neue"/>
              </a:rPr>
              <a:t>bot metrics + dashboard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98079" y="3703320"/>
            <a:ext cx="1554481" cy="1152144"/>
          </a:xfrm>
          <a:prstGeom prst="line">
            <a:avLst/>
          </a:prstGeom>
          <a:ln w="17780">
            <a:solidFill>
              <a:srgbClr val="5F63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1">
                <a:solidFill>
                  <a:srgbClr val="5F6368"/>
                </a:solidFill>
                <a:latin typeface="Helvetica Neue"/>
              </a:rPr>
              <a:t>Everything server-side is one FastAPI service — channel webhooks, the ADK agent, Zendesk mirroring and the phone wss bridge — so one deploy updates every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PART A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Going live needs three vendor accounts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 i="0">
                <a:solidFill>
                  <a:srgbClr val="0B57D0"/>
                </a:solidFill>
                <a:latin typeface="Helvetica Neue"/>
              </a:rPr>
              <a:t>Google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28600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Cloud Run (backend + frontend)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Vertex AI: Gemini, TTS, Live, AI Search KB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Secret Manager for Twilio secrets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BigQuery for bot metrics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Need: billing-enabled project + gcloud CLI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0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 i="0">
                <a:solidFill>
                  <a:srgbClr val="0F7B6C"/>
                </a:solidFill>
                <a:latin typeface="Helvetica Neue"/>
              </a:rPr>
              <a:t>Twilio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6552" y="228600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0F7B6C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WhatsApp sender (sandbox for demo, Meta-approved sender for prod)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0F7B6C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A voice phone number (inbound calls)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0F7B6C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TwiML App + API key for browser softphone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0F7B6C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Need: account, auth token, API key pair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60020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700" b="1" i="0">
                <a:solidFill>
                  <a:srgbClr val="B06000"/>
                </a:solidFill>
                <a:latin typeface="Helvetica Neue"/>
              </a:rPr>
              <a:t>Zendesk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228600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B06000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Tickets: conversation mirror + AI handoff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B06000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Email channel (native support address)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B06000"/>
                </a:solidFill>
                <a:latin typeface="Helvetica Neue"/>
              </a:rPr>
              <a:t>•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Webhooks + triggers back to the backend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B06000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Need: Suite account, admin email + API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PART A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Deployment effort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949440"/>
                <a:gridCol w="192024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 Neue"/>
                        </a:rPr>
                        <a:t>Phase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happens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Helvetica Neue"/>
                        </a:rPr>
                        <a:t>Rough effort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1 · GCP +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Enable APIs, deploy backend + frontend to Cloud Run, set env vars + secrets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1–2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2 · Twilio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API keys, WhatsApp sandbox webhook, phone number + TwiML 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~1 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3 · Zendesk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API token, relay/CSAT webhooks + triggers, email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~1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4 · Metrics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BigQuery dataset + tables, seed or sync, enable per-turn streaming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~1 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5 · Smoke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One live pass per channel: chat, voice, WhatsApp, a phone call, an 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328"/>
                          </a:solidFill>
                          <a:latin typeface="Helvetica Neue"/>
                        </a:rPr>
                        <a:t>~1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0B57D0"/>
                </a:solidFill>
                <a:latin typeface="Helvetica Neue"/>
              </a:rPr>
              <a:t>Reality check: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About one working day end-to-end; most of it is console wiring, not code. No CI/CD pipeline exists — deploys are two manual gcloud commands.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PART A ·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Status today (prod, as of 2026-07-02)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7589520"/>
              </a:tblGrid>
              <a:tr h="457200"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Channel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Status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>
                          <a:solidFill>
                            <a:srgbClr val="FFFFFF"/>
                          </a:solidFill>
                          <a:latin typeface="Helvetica Neue"/>
                        </a:rPr>
                        <a:t>Notes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 chat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KB answers verified on prod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 voice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Gemini TTS replies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Twilio sandbox number → prod webhook; greetings + KB 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Phone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+1 510 896 3929 → Gemini Live bridge; smoke test passed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Zendesk webhook + trigger → prod backend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Metrics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Live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>
                          <a:solidFill>
                            <a:srgbClr val="1F2328"/>
                          </a:solidFill>
                          <a:latin typeface="Helvetica Neue"/>
                        </a:rPr>
                        <a:t>BigQuery-backed; in-app /dashboard on prod frontend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0292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Backend https://proton-backend-247165654737.asia-southeast1.run.app</a:t>
            </a:r>
          </a:p>
          <a:p>
            <a:pPr lvl="1">
              <a:spcAft>
                <a:spcPts val="700"/>
              </a:spcAft>
            </a:pPr>
            <a:r>
              <a:rPr sz="13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Frontend https://proton-frontend-247165654737.asia-southeast1.run.app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Pending —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Still open: rotate the reused Twilio API key (hygiene), build Looker tiles, run a real Zendesk→BigQuery sync.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FD5F7"/>
                </a:solidFill>
                <a:latin typeface="Helvetica Neue"/>
              </a:rPr>
              <a:t>PART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Helvetica Neue"/>
              </a:rPr>
              <a:t>Engineer runbook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1 · Cloud Run — deploy backend + frontend, env vars, secrets, redeploys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2 · Twilio — WhatsApp sandbox, phone number, TwiML App, hardening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3 · Zendesk — tickets, webhooks + triggers, email channel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4 · Metrics — BigQuery, dashboards, NPS + QA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  <a:latin typeface="Helvetica Neue"/>
              </a:rPr>
              <a:t>5 · Troubleshooting +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FD5F7"/>
                </a:solidFill>
                <a:latin typeface="Helvetica Neue"/>
              </a:rPr>
              <a:t>RUNBOOK ·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Helvetica Neue"/>
              </a:rPr>
              <a:t>Cloud 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CLOUD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Prerequisites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GCP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gcloud CLI authenticated against a billing-enabled project (prod uses lv-playground-genai, region asia-southeast1).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Enable APIs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Cloud Run, Vertex AI, Cloud Text-to-Speech, Discovery Engine (Vertex AI Search), Secret Manager, BigQuery.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Repo layout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apps/backend (Python 3 / FastAPI, own Dockerfile) and apps/frontend (Vue 3 / Vite, multi-stage Dockerfile). Each deploys as its own Cloud Run service straight from source.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Service account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The Cloud Run runtime service account needs Vertex AI + BigQuery access and roles/secretmanager.secretAccessor for the Twilio secrets. Prod uses the default compute SA.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services enable run.googleapis.com aiplatform.googleapis.com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texttospeech.googleapis.com discoveryengine.googleapis.com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secretmanager.googleapis.com bigquery.googleapis.com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CLOUD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Deploy the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100" b="1" i="0">
                <a:solidFill>
                  <a:srgbClr val="5F6368"/>
                </a:solidFill>
                <a:latin typeface="Helvetica Neue"/>
              </a:rPr>
              <a:t>From a clean main checkout, repo root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run deploy proton-backend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--source apps/backend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--region asia-southeast1 --allow-unauthenticated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11064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--source builds from apps/backend/Dockerfile via Cloud Build — no registry step needed.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Important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Repeat deploys with --source PRESERVE the service's existing env vars and secrets; only the image changes.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Verify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GET / returns {status, crm_provider, voice_provider, model} — the health check to confirm config took.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11064240" cy="74980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100" b="1" i="0">
                <a:solidFill>
                  <a:srgbClr val="5F6368"/>
                </a:solidFill>
                <a:latin typeface="Helvetica Neue"/>
              </a:rPr>
              <a:t>Health check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curl https://proton-backend-247165654737.asia-southeast1.run.app/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B06000"/>
                </a:solidFill>
                <a:latin typeface="Helvetica Neue"/>
              </a:rPr>
              <a:t>Gotcha: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New revisions may get 0% traffic if traffic was ever pinned. After every deploy run: gcloud run services update-traffic proton-backend --region asia-southeast1 --to-latest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CLOUD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Deploy the frontend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Config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The SPA bakes the backend URL at build time from the committed apps/frontend/.env (VITE_API_BASE_URL). Point it at the backend service URL BEFORE deploying.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Image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Multi-stage Dockerfile: node builds the Vite bundle, then nginx:alpine serves it. nginx.conf.template (envsubst at start) includes the SPA fallback so hard-loading /dashboard works.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CORS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The backend's FRONTEND_ORIGINS env var must include the frontend URL, or browser calls fail CORS (it also gates the phone-token endpoint).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11064240" cy="159105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# apps/frontend/.env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VITE_API_BASE_URL=https://proton-backend-247165654737.asia-southeast1.run.app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/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run deploy proton-frontend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--source apps/frontend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--region asia-southeast1 --allow-unauthenticated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CLOUD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Env vars &amp; Secret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50976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Group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Key variables (see apps/backend/.env.example for all)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CRM_PROVIDER=zendesk · KNOWLEDGE_PROVIDER · FRONTEND_ORIGINS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Gemini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GOOGLE_GENAI_USE_VERTEXAI · VERTEX_PROJECT_ID · GEMINI_MODEL · GEMINI_LIVE_MODEL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Zendesk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ZENDESK_SUBDOMAIN · ZENDESK_EMAIL · ZENDESK_API_TOKEN · ZENDESK_TICKET_TAG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Twilio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TWILIO_ACCOUNT_SID · TWILIO_API_KEY_SID · TWILIO_TWIML_APP_SID · TWILIO_WEBHOOK_BASE_URL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METRICS_PROVIDER=bigquery · BIGQUERY_PROJECT_ID · BIGQUERY_DATASET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977639"/>
            <a:ext cx="11064240" cy="184708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100" b="1" i="0">
                <a:solidFill>
                  <a:srgbClr val="5F6368"/>
                </a:solidFill>
                <a:latin typeface="Helvetica Neue"/>
              </a:rPr>
              <a:t>Secrets: twilio-auth-token + twilio-api-key-secret live in Secret Manager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printf '%s' "$TOKEN" | gcloud secrets create twilio-auth-token --data-file=-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secrets add-iam-policy-binding twilio-auth-token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--member serviceAccount:&lt;runtime-SA&gt; --role roles/secretmanager.secretAccessor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run services update proton-backend --region asia-southeast1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--set-secrets TWILIO_AUTH_TOKEN=twilio-auth-token:latest,\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TWILIO_API_KEY_SECRET=twilio-api-key-secret:latest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89788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B06000"/>
                </a:solidFill>
                <a:latin typeface="Helvetica Neue"/>
              </a:rPr>
              <a:t>Debt: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Zendesk credentials are still plain env vars on the prod service — migrate them to Secret Manager the same way when convenient.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CLOUD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Redeploys &amp; current prod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64240" cy="1627632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100" b="1" i="0">
                <a:solidFill>
                  <a:srgbClr val="5F6368"/>
                </a:solidFill>
                <a:latin typeface="Helvetica Neue"/>
              </a:rPr>
              <a:t>Routine operations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run deploy proton-backend  --source apps/backend  --region asia-southeast1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run deploy proton-frontend --source apps/frontend --region asia-southeast1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run services update-traffic proton-backend --region asia-southeast1 --to-latest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gcloud run services update proton-backend --region asia-southeast1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--update-env-vars KEY=value       # config-only change, no rebuild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429000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68680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Prod value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Project /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lv-playground-genai (247165654737) · asia-southeast1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https://proton-backend-247165654737.asia-southeast1.run.app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https://proton-frontend-247165654737.asia-southeast1.run.app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Runtime SA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247165654737-compute@developer.gserviceaccount.com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Latest known revision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proton-backend-00033-nql (config switch to new Twilio account)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B06000"/>
                </a:solidFill>
                <a:latin typeface="Helvetica Neue"/>
              </a:rPr>
              <a:t>Process: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No CI/CD — every deploy is manual. Deploy only from a clean, pushed main so prod matches git.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FD5F7"/>
                </a:solidFill>
                <a:latin typeface="Helvetica Neue"/>
              </a:rPr>
              <a:t>RUNBOOK ·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Helvetica Neue"/>
              </a:rPr>
              <a:t>Twilio — WhatsApp + Phone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TWILIO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Account &amp;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Console » Account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Account SID (AC…) + Auth Token — webhook signature validation and the REST client.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Console » API keys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API Key pair (SK… + secret) — signs browser softphone access tokens (JWT).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Console » Voice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TwiML App (AP…) — the Voice URL container the softphone + purchased number point at.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Storage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Auth token and API key secret go to Secret Manager; the SIDs are plain env vars.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3977639"/>
          <a:ext cx="110642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Env var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</a:rPr>
                        <a:t>What it is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328"/>
                          </a:solidFill>
                          <a:latin typeface="Menlo"/>
                        </a:rPr>
                        <a:t>TWILIO_ACCOUNT_SID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Helvetica Neue"/>
                        </a:rPr>
                        <a:t>AC… account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328"/>
                          </a:solidFill>
                          <a:latin typeface="Menlo"/>
                        </a:rPr>
                        <a:t>TWILIO_AUTH_TOKEN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Helvetica Neue"/>
                        </a:rPr>
                        <a:t>secret — via Secret Manager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328"/>
                          </a:solidFill>
                          <a:latin typeface="Menlo"/>
                        </a:rPr>
                        <a:t>TWILIO_API_KEY_SID / TWILIO_API_KEY_SECRET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Helvetica Neue"/>
                        </a:rPr>
                        <a:t>SK… pair for voice tokens (secret half in Secret Manager)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328"/>
                          </a:solidFill>
                          <a:latin typeface="Menlo"/>
                        </a:rPr>
                        <a:t>TWILIO_TWIML_APP_SID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Helvetica Neue"/>
                        </a:rPr>
                        <a:t>AP… TwiML 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F2328"/>
                          </a:solidFill>
                          <a:latin typeface="Menlo"/>
                        </a:rPr>
                        <a:t>TWILIO_WEBHOOK_BASE_URL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Helvetica Neue"/>
                        </a:rPr>
                        <a:t>public https base of the backend (prod backend URL)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TWILIO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WhatsApp sandbox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Join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Console » Messaging » Try it out » Send a WhatsApp message. Customers join by sending the sandbox code to the shared number +1 415 523 8886.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Webhook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In Sandbox settings, set “When a message comes in” to POST &lt;backend&gt;/webhooks/twilio-whatsapp. Inbound messages then reach the AI; replies go out via the Twilio REST API.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Env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Set TWILIO_WHATSAPP_NUMBER=whatsapp:+14155238886 on the backend.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Prod path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Production replaces the sandbox with a Meta-approved WhatsApp sender on your own number — same webhook, no code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709160"/>
            <a:ext cx="11064240" cy="493776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When a message comes in:  POST https://proton-backend-247165654737.asia-southeast1.run.app/webhooks/twilio-whatsapp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B06000"/>
                </a:solidFill>
                <a:latin typeface="Helvetica Neue"/>
              </a:rPr>
              <a:t>Gotcha: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The sandbox is SHARED per account and points at ONE URL at a time — pointing it at a local tunnel for testing silently detaches prod.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TWILIO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Phone: number, TwiML App, media 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1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Buy a voice-capable number (prod: +1 510 896 3929).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2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Set the TwiML App's Voice URL to POST &lt;backend&gt;/voice/phone/incoming. The backend answers with TwiML: &lt;Connect&gt;&lt;Stream url=“wss://&lt;backend&gt;/…”&gt;.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3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Point the number's VoiceApplicationSid at the TwiML App — inbound calls now bridge caller audio ↔ Gemini Live in real time.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4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The in-browser softphone fetches a JWT from POST /voice/phone/token and dials through the same TwiML App.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Env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PUBLIC_WSS_BASE_URL only if the wss host differs from TWILIO_WEBHOOK_BASE_URL (it defaults to it, https→wss). GEMINI_LIVE_MODEL=gemini-live-2.5-flash-native-audio — the Vertex publisher id, NOT the AI-Studio “…-preview” name.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0B57D0"/>
                </a:solidFill>
                <a:latin typeface="Helvetica Neue"/>
              </a:rPr>
              <a:t>Tip: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Set GEMINI_LIVE_LANGUAGE=ms-MY for a Malay-focused demo; unset = auto-detect.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TWILIO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Hardening the token endpoint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POST /voice/phone/token is UNAUTHENTICATED by design — a public SPA calls it. Three layers keep it from becoming a free Twilio-minutes faucet: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Origin allowlist — the request Origin must be in FRONTEND_ORIGINS.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Short-lived tokens — PHONE_TOKEN_TTL_SECONDS=300.</a:t>
            </a:r>
          </a:p>
          <a:p>
            <a:pPr lvl="1">
              <a:spcAft>
                <a:spcPts val="700"/>
              </a:spcAft>
            </a:pPr>
            <a:r>
              <a:rPr sz="145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Per-IP rate limit — PHONE_TOKEN_RATE_LIMIT=10 per PHONE_TOKEN_RATE_WINDOW_SECONDS=60.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Webhooks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Inbound Twilio webhooks are verified with the X-Twilio-Signature header against TWILIO_AUTH_TOKEN.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80560"/>
            <a:ext cx="11064240" cy="969264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100" b="1" i="0">
                <a:solidFill>
                  <a:srgbClr val="5F6368"/>
                </a:solidFill>
                <a:latin typeface="Helvetica Neue"/>
              </a:rPr>
              <a:t>Verify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curl -X POST -H 'Origin: https://proton-frontend-247165654737.asia-southeast1.run.app'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https://proton-backend-247165654737.asia-southeast1.run.app/voice/phone/token   # expect 200 + JWT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TWILIO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Current prod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Item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Value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“Demo Proton (new)” · ACc6030f3bb492508fcaffaa3d4dd45fc6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API key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SK334188f45a5bec82fd2b7aea93665869 (secret half in Secret Manager)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TwiML 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“Demo Proton” · AP5c3e6ba4933066d2b765dc94f98ae453 · VoiceUrl → prod /voice/phone/incoming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Phone number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+1 510 896 3929 → VoiceApplicationSid = the TwiML 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shared sandbox whatsapp:+14155238886 → prod /webhooks/twilio-whatsapp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Webhook base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https://proton-backend-247165654737.asia-southeast1.run.app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66344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Note —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Switching the backend to this account intentionally broke the OLD account's WA/phone wiring — the sandbox and secrets now belong to the new account.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To do —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The API key was reused from chat during the switch — rotate it for hygiene.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FD5F7"/>
                </a:solidFill>
                <a:latin typeface="Helvetica Neue"/>
              </a:rPr>
              <a:t>RUNBOOK ·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Helvetica Neue"/>
              </a:rPr>
              <a:t>Zendesk — tickets, webhooks, email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ZENDESK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Access &amp;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API token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Admin Center » Apps and integrations » APIs » add an API token. Auth is email/token basic auth.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Subdomain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Prod instance: devoteam-95614.zendesk.com (shared across demo brands).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Backend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Set CRM_PROVIDER=zendesk to activate the adapter.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11064240" cy="1810512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CRM_PROVIDER=zendesk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ZENDESK_SUBDOMAIN=devoteam-95614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ZENDESK_EMAIL=&lt;admin email&gt;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ZENDESK_API_TOKEN=&lt;token&gt;            # secret — keep out of git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ZENDESK_REQUESTER_DOMAIN=proton.devoteam.example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ZENDESK_CUSTOMER_NAME_PREFIX=Proton AI Customer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ZENDESK_TICKET_TAG=                   # set per brand on a shared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ZENDESK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Ticket model &amp; shared-instance tenancy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Conversation mirror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Every conversation is mirrored into a Zendesk ticket as comments; if that ticket gets CLOSED, the adapter detects it (422/404) and rotates to a fresh ticket automatically.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Handoff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The AI creates a handoff ticket only when it detects a human is needed (detection-gated) — agents reply in Zendesk, replies relay to the customer's channel, and solving the ticket hands back to the AI with a CSAT ask.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Multi-tenancy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One Zendesk instance can serve multiple brands: per-customer ZENDESK_TICKET_TAG lanes, ZENDESK_REQUESTER_DOMAIN and ZENDESK_CUSTOMER_NAME_PREFIX keep end-users and tickets distinguishable, and triggers route by tag. See docs/zendesk-shared-instance-separation.md.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Identity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Ticket identity is per-customer: the Zendesk external_id carries the channel session (e.g. whatsapp-+62…), which the webhook handlers filter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ZENDESK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Webhooks &amp; triggers (agent relay + CSAT)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Two webhooks point back at the backend, authenticated by an X-Proton-Webhook-Secret header (ZENDESK_SUPPORT_WEBHOOK_SECRET):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agent reply relay → POST /webhooks/zendesk-support (fires on public agent comments)</a:t>
            </a:r>
          </a:p>
          <a:p>
            <a:pPr lvl="1">
              <a:spcAft>
                <a:spcPts val="700"/>
              </a:spcAft>
            </a:pPr>
            <a:r>
              <a:rPr sz="1400" b="1" i="0">
                <a:solidFill>
                  <a:srgbClr val="5F6368"/>
                </a:solidFill>
                <a:latin typeface="Helvetica Neue"/>
              </a:rPr>
              <a:t>– 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handback CSAT → POST /webhooks/zendesk-handback (fires on status → solved)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Triggers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Each webhook is invoked by a trigger. Prefer create-scoped triggers with a tag condition on shared instances — bare triggers are account-wide and fire for every brand's tickets (handlers do filter by external_id, but scoping saves noise).</a:t>
            </a:r>
          </a:p>
          <a:p>
            <a:pPr>
              <a:spcAft>
                <a:spcPts val="700"/>
              </a:spcAft>
            </a:pPr>
            <a:r>
              <a:rPr sz="140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00" b="1" i="0">
                <a:solidFill>
                  <a:srgbClr val="1F2328"/>
                </a:solidFill>
                <a:latin typeface="Helvetica Neue"/>
              </a:rPr>
              <a:t>Provisioning — </a:t>
            </a:r>
            <a:r>
              <a:rPr sz="1400" b="0" i="0">
                <a:solidFill>
                  <a:srgbClr val="1F2328"/>
                </a:solidFill>
                <a:latin typeface="Helvetica Neue"/>
              </a:rPr>
              <a:t>Webhooks/triggers are created via the Zendesk API — see docs/superpowers/specs/2026-06-26-whatsapp-single-ticket-handoff-csat-design.md for payloads.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ZENDESK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Email channel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Flow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Customers email the Zendesk support address; a webhook forwards the ticket to the backend, the AI answers, and the reply goes out as a normal Zendesk email — no separate mail infra.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Provision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scripts/provision_zendesk_email_webhook.py creates the webhook + trigger pair against a target base URL (idempotent — safe to rerun after a URL change).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Draft mode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EMAIL_DRAFT_ASSIST=true makes the AI post replies as PRIVATE notes for an agent to review and send, instead of auto-emailing.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14800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cd apps/backend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uv run python scripts/provision_zendesk_email_webhook.py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--base-url https://proton-backend-247165654737.asia-southeast1.run.app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80644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B06000"/>
                </a:solidFill>
                <a:latin typeface="Helvetica Neue"/>
              </a:rPr>
              <a:t>Gotcha: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Transient webhook failures are not retried by the backend today — a missed email needs a manual nudge (known gap from the 2026-06-29 smoke test).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ZENDESK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Current prod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38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749039"/>
                <a:gridCol w="3749039"/>
              </a:tblGrid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Object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ID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Points at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Webhook · agent reply relay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01KW1P1PXSZ95MPX3DSDGA08RS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prod /webhooks/zendesk-support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Webhook · handback CSAT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01KW1P1QN8GVA9S6SACH33D6D6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prod /webhooks/zendesk-handback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Webhook · email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01KWADDCYCTSCW0T8RQ8Q3VPK1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prod email endpoint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Trigger · relay public reply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16621232702223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relay webhook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Trigger · CSAT on solved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16621257673615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CSAT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Trigger · email channel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F2328"/>
                          </a:solidFill>
                          <a:latin typeface="Menlo"/>
                        </a:rPr>
                        <a:t>16655564058511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email webhook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434840"/>
            <a:ext cx="110642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Caveat —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All webhook URLs were repointed from tunnel URLs to the prod backend at go-live. If they're ever repointed for local testing, they must be PATCHed back or relay/CSAT/email silently stop.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350" b="1" i="0">
                <a:solidFill>
                  <a:srgbClr val="1F2328"/>
                </a:solidFill>
                <a:latin typeface="Helvetica Neue"/>
              </a:rPr>
              <a:t>Teardown — </a:t>
            </a:r>
            <a:r>
              <a:rPr sz="1350" b="0" i="0">
                <a:solidFill>
                  <a:srgbClr val="1F2328"/>
                </a:solidFill>
                <a:latin typeface="Helvetica Neue"/>
              </a:rPr>
              <a:t>To tear down: delete the triggers, then the webhooks, by the IDs above.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BFD5F7"/>
                </a:solidFill>
                <a:latin typeface="Helvetica Neue"/>
              </a:rPr>
              <a:t>RUNBOOK ·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Helvetica Neue"/>
              </a:rPr>
              <a:t>Metrics — BigQuery + dashboards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BigQuery provisioning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486400"/>
                <a:gridCol w="3383280"/>
              </a:tblGrid>
              <a:tr h="4206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Table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Contents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Filled by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Menlo"/>
                        </a:rPr>
                        <a:t>conversations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one row per conversation (channel, timings, handoff, CSAT)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Zendesk sync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Menlo"/>
                        </a:rPr>
                        <a:t>turn_events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one row per turn (latency, fallback, bounce)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backend streaming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F2328"/>
                          </a:solidFill>
                          <a:latin typeface="Menlo"/>
                        </a:rPr>
                        <a:t>qa_labels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manual accuracy/quality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POST /qa/label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42900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100" b="1" i="0">
                <a:solidFill>
                  <a:srgbClr val="5F6368"/>
                </a:solidFill>
                <a:latin typeface="Helvetica Neue"/>
              </a:rPr>
              <a:t>Dataset demo_proton in lv-playground-genai; seed or sync: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cd apps/backend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uv run python scripts/seed_demo_metrics.py       # demo data (625 convs seeded on prod)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uv run python scripts/sync_zendesk_metrics.py    # real Zendesk -&gt; conversations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892040"/>
            <a:ext cx="11064240" cy="566928"/>
          </a:xfrm>
          <a:prstGeom prst="roundRect">
            <a:avLst>
              <a:gd name="adj" fmla="val 12000"/>
            </a:avLst>
          </a:prstGeom>
          <a:solidFill>
            <a:srgbClr val="FEF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/>
          <a:lstStyle/>
          <a:p>
            <a:pPr algn="l"/>
            <a:r>
              <a:rPr sz="1250" b="1" i="0">
                <a:solidFill>
                  <a:srgbClr val="B06000"/>
                </a:solidFill>
                <a:latin typeface="Helvetica Neue"/>
              </a:rPr>
              <a:t>Known gap: </a:t>
            </a:r>
            <a:r>
              <a:rPr sz="1250" b="0" i="0">
                <a:solidFill>
                  <a:srgbClr val="1F2328"/>
                </a:solidFill>
                <a:latin typeface="Helvetica Neue"/>
              </a:rPr>
              <a:t>The trial Zendesk sandbox blocks some zendesk.com API paths — the real sync has not run on prod yet; the dashboard currently shows seeded demo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Providers &amp; the sync scheduler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Per-turn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METRICS_PROVIDER=bigquery streams one row per turn into turn_events (default noop = off). This powers speed, fallback-rate and bounce metrics.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Scheduler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METRICS_SYNC_ENABLED=true refreshes the conversations table from Zendesk every METRICS_SYNC_INTERVAL_HOURS=6 while the backend runs — same creds as the manual sync.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QA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QA_PROVIDER=bigquery enables the quality-label write path.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Prod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Prod runs METRICS_PROVIDER=bigquery with BIGQUERY_PROJECT_ID=lv-playground-genai, BIGQUERY_DATASET=demo_proton.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In-app (live)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GET /metrics/dashboard aggregates all 8 metric blocks from BigQuery; the Vue /dashboard page renders it (live on the prod frontend — volume by channel, CSAT, speed, quality…).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Looker (pending)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Looker Studio tiles over the same dataset — designs in docs/dashboards/looker-bot-metrics-phase{1,2}.md; the tiles themselves are still to be built.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Views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The v_quality view joins qa_labels for the accuracy/quality block.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6052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open https://proton-frontend-247165654737.asia-southeast1.run.app/dashboard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curl https://proton-backend-247165654737.asia-southeast1.run.app/metrics/dashboard | jq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NPS &amp; QA labelling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NPS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POST /chat/nps records an end-of-chat NPS score from the SPA — unauthenticated, written to BigQuery.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QA labels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POST /qa/label records a manual accuracy/quality verdict per conversation. Gated by X-API-Key = QA_API_KEY; an EMPTY QA_API_KEY locks the endpoint entirely.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40"/>
            <a:ext cx="11064240" cy="932688"/>
          </a:xfrm>
          <a:prstGeom prst="roundRect">
            <a:avLst>
              <a:gd name="adj" fmla="val 6000"/>
            </a:avLst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curl -X POST https://proton-backend-247165654737.asia-southeast1.run.app/qa/label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-H 'X-API-Key: &lt;QA_API_KEY&gt;' -H 'Content-Type: application/json' \</a:t>
            </a:r>
          </a:p>
          <a:p>
            <a:pPr algn="l"/>
            <a:r>
              <a:rPr sz="1200" b="0" i="0">
                <a:solidFill>
                  <a:srgbClr val="1F2328"/>
                </a:solidFill>
                <a:latin typeface="Menlo"/>
              </a:rPr>
              <a:t>    -d '{"conversation_id": "…", "accurate": true, "quality": 4}'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Deploy &amp; platform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7680960"/>
              </a:tblGrid>
              <a:tr h="658367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Symptom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Helvetica Neue"/>
                        </a:rPr>
                        <a:t>Cause → fix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Deployed but nothing 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Traffic pinned to an old revision → gcloud run services update-traffic &lt;svc&gt; --to-latest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Phone bridge dies at connect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AI-Studio “…-preview” Live model id — Vertex rejects it → use gemini-live-2.5-flash-native-audio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658367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Secrets “missing” after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They aren't — --source preserves env + secrets. Check the SA has secretAccessor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7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Browser calls fail CORS / token 403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F2328"/>
                          </a:solidFill>
                          <a:latin typeface="Helvetica Neue"/>
                        </a:rPr>
                        <a:t>Frontend URL missing from FRONTEND_ORIGINS on the 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RUNBOOK ·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Channel gotchas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0020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Symptom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FFFFFF"/>
                          </a:solidFill>
                          <a:latin typeface="Helvetica Neue"/>
                        </a:rPr>
                        <a:t>Cause → fix</a:t>
                      </a:r>
                    </a:p>
                  </a:txBody>
                  <a:tcPr>
                    <a:solidFill>
                      <a:srgbClr val="0B57D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WhatsApp: short replies work, long ones vanish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Twilio 1600-char limit (error 21617) → backend now chunks replies; if it recurs check Twilio error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Zendesk mirror stops updating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Conversation ticket was CLOSED (422) → backend auto-rotates to a fresh ticket since rev 00032; older builds stall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WhatsApp inbound dead after local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Shared sandbox points at ONE url — someone aimed it at a tunnel → set it back to the prod webhook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Twilio signature validation fails behind a tunnel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A LEADING SPACE pasted into the webhook URL changes the signed URL → re-paste without whitespace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Email replies never arrive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F2328"/>
                          </a:solidFill>
                          <a:latin typeface="Helvetica Neue"/>
                        </a:rPr>
                        <a:t>Transient webhook failure — no retry today → re-trigger by updating the ticket, and watch backend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B57D0"/>
                </a:solidFill>
                <a:latin typeface="Helvetica Neue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2328"/>
                </a:solidFill>
                <a:latin typeface="Helvetica Neue"/>
              </a:rPr>
              <a:t>Go-live checklist &amp; where things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261872"/>
            <a:ext cx="502920" cy="38100"/>
          </a:xfrm>
          <a:prstGeom prst="rect">
            <a:avLst/>
          </a:prstGeom>
          <a:solidFill>
            <a:srgbClr val="0B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Checklist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Deploy backend + frontend → set env vars + secrets → wire Twilio (sandbox webhook, TwiML App, number) → wire Zendesk (token, 3 webhooks + triggers) → enable metrics → smoke-test all five channels.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Repo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github.com/Yudaadi-devo/proton-conversational-ai — apps/backend, apps/frontend.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Docs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docs/USAGE.md and docs/USER_GUIDE.md (operation), docs/decisions/000{1,2,3}-*.md (stack ADRs), docs/testing/*-smoke-test.md (channel test scripts), apps/backend/.env.example (every env var, commented).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0B57D0"/>
                </a:solidFill>
                <a:latin typeface="Helvetica Neue"/>
              </a:rPr>
              <a:t>•  </a:t>
            </a:r>
            <a:r>
              <a:rPr sz="1450" b="1" i="0">
                <a:solidFill>
                  <a:srgbClr val="1F2328"/>
                </a:solidFill>
                <a:latin typeface="Helvetica Neue"/>
              </a:rPr>
              <a:t>Open items — </a:t>
            </a:r>
            <a:r>
              <a:rPr sz="1450" b="0" i="0">
                <a:solidFill>
                  <a:srgbClr val="1F2328"/>
                </a:solidFill>
                <a:latin typeface="Helvetica Neue"/>
              </a:rPr>
              <a:t>Rotate the Twilio API key, build the Looker tiles, run a real Zendesk→BigQuery sync, migrate Zendesk creds to Secret Manager.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B57D0"/>
                </a:solidFill>
                <a:latin typeface="Helvetica Neue"/>
              </a:rPr>
              <a:t>One repo · one deploy per service · five live channels.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739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F6368"/>
                </a:solidFill>
                <a:latin typeface="Helvetica Neue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